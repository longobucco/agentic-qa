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A97CC801-B64E-4011-89D0-015EC72FB014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APP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40B4604-6DCE-4E90-984F-135A71E011C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19C2BB0-44F9-45ED-AC76-54C0FB37671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0A46241-9A23-48E3-B390-8DA590D5F6B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C91B248-F0CD-442A-8A32-943E2AAA4DC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7061398-93E4-480A-96DE-5318B207328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0AE437B-8B12-45FA-B7D5-64FE0987C4A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5F2C759-933F-4694-9153-7F24F65183E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964EDE0-8D45-49F8-ADE6-3FC9B45BF80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388D622-B6E5-4011-9404-00217C41C56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9952CDE-116E-4350-9128-C1A9D93E5CA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677252B-C5F5-47BF-B35D-E9ED82C9E2A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FEA2781-1089-4730-8CBE-2B0841876EA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F91D8A8-B8A4-4B46-8487-ACE08DE9CC41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000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  <p:graphicFrame>
        <p:nvGraphicFramePr>
          <p:cNvPr id="49" name="Table 3"/>
          <p:cNvGraphicFramePr/>
          <p:nvPr/>
        </p:nvGraphicFramePr>
        <p:xfrm>
          <a:off x="628560" y="1825560"/>
          <a:ext cx="7886160" cy="739440"/>
        </p:xfrm>
        <a:graphic>
          <a:graphicData uri="http://schemas.openxmlformats.org/drawingml/2006/table">
            <a:tbl>
              <a:tblPr/>
              <a:tblGrid>
                <a:gridCol w="2628720"/>
                <a:gridCol w="2628720"/>
                <a:gridCol w="2629080"/>
              </a:tblGrid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Features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Benefits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370080">
                <a:tc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2026-09-06T03:01:33Z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