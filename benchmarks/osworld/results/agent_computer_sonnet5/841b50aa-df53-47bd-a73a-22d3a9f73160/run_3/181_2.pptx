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C7627DAF-D502-4522-B6A9-27334FE3DC74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APP</a:t>
            </a:r>
            <a:endParaRPr b="0" lang="en-US" sz="20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44A2B4A-017B-4357-9BF2-69148D46B14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F4B77D7-C957-4FCC-8C48-7ABD20CD1F3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2FF7975-AF42-4361-BA2C-989720146F7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9881540-4D1F-45DD-865E-903DD278CB4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8920960-3E6B-4FEF-863C-812039DDD38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6460EF8-279D-48A0-9927-060B67BAC83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8170DED-50E2-4E16-8F26-938894D8091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1E5C311-6D38-44FC-B179-D48241E9C0D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6F7E8C5-762B-4194-8614-8362B235043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0C75EB7-AF68-42CF-922E-20E337C7971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B4F9C24-1EC7-4DE7-8149-11B41483E63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28D18B1-E70D-40D2-959E-17009372852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F152820-AE2B-4D6E-B769-C0223D1B92B2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8000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  <p:graphicFrame>
        <p:nvGraphicFramePr>
          <p:cNvPr id="49" name="Table 3"/>
          <p:cNvGraphicFramePr/>
          <p:nvPr/>
        </p:nvGraphicFramePr>
        <p:xfrm>
          <a:off x="628560" y="1825560"/>
          <a:ext cx="7886160" cy="739440"/>
        </p:xfrm>
        <a:graphic>
          <a:graphicData uri="http://schemas.openxmlformats.org/drawingml/2006/table">
            <a:tbl>
              <a:tblPr/>
              <a:tblGrid>
                <a:gridCol w="2628720"/>
                <a:gridCol w="2628720"/>
                <a:gridCol w="2629080"/>
              </a:tblGrid>
              <a:tr h="369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Features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Benefits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</a:tr>
              <a:tr h="370080">
                <a:tc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2026-09-06T03:02:55Z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