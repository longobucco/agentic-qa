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9B8386F-34FB-44D0-A8DF-8C953AC3C57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APP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C88196-B11A-4339-97EA-F535AFDA17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1FF9B5-FC8B-4BF0-8053-E8AAB24753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C6C9F0-F95F-4958-909E-2EB389B5DE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873F3A-7439-4894-B8CF-F28AB96D35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1D8CFC-8EFA-4FE6-B4F4-B7411E0124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41BEEE-FCBF-42B3-89C1-C87B656F4E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3C1C8B-96B3-4336-A0C8-D3C5FE67FF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C90738-BECE-4670-80F5-582C62ED8A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2B20F5-02D1-470E-B209-A3D9E662C0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2EC660-8AB8-4D17-9800-915AC0947C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F24425-0976-4B9D-8E23-CCEBEFE3D9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243EF3-B6FE-4AAB-98C8-B063EC221C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B11D3D-1080-4970-B506-47D21756D78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9" name="Table 3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2026-09-06T03:00:06Z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