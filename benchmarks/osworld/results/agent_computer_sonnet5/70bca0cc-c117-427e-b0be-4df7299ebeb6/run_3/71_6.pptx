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A25916-6F0A-4A5E-A54B-D30C8292E6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59D23D-7CEE-4404-9E4B-2478FC9BEC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0CB107-4CE9-4CB9-B6D2-626FDDDDEA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163990-F5B5-44A9-AB74-C17FE20C59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F902CE-8DB8-4771-A145-2EB6D671F0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C1743E-4C9F-46E0-BBB0-72178A0A46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00E025-E907-4E5A-BCA4-3B7E86FC89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D3A694-69B8-4B89-B57B-E6A18AF385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6984CB-0D39-4491-81FC-AC2BB3235E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316396-BC6F-4D72-9134-8135B38EC3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4EC126-6FE5-46FC-A0CF-75C1BE91E2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6EB95A-B151-4599-A8D7-4F7B11BC96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3498D9-5ED7-4A8B-8E67-69C9F06E358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Our Customers Love Us!!!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8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8000"/>
                </a:solidFill>
                <a:latin typeface="Times New Roman"/>
              </a:rPr>
              <a:t>Customer Reviews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1589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2026-09-05T20:44:12Z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