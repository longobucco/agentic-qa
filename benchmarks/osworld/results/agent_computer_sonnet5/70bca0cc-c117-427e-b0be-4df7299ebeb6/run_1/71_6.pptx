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FAD151D-AD62-441D-A67F-084FD1A8A3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96B9B3-7BB0-49E0-BEEC-982F65B26B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A44C35-E0AC-471D-9B21-F05E6E55FA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14FFA9-FCA4-40D0-97A3-DAAB6245E3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3E2F9E-9AF3-49C5-BC36-5873A27553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0C0570-E5AA-4512-97E2-01873B0A9B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2D2675-F890-42C4-BC9D-A56D84A815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E394F5-267C-4D26-B949-9F29B6F23E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22CC75-C171-439F-A93B-6C5A82ED95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AC8FB0-A688-49AD-9670-DC090F2D64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7CE264-5F8E-4527-BAF0-322E807CDC7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778B24-7409-4D5A-BD16-CA12D3FAF5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18242FA-53FA-4443-982E-35D63B0579A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0000"/>
                </a:solidFill>
                <a:latin typeface="Calibri"/>
              </a:rPr>
              <a:t>Our Customers Love Us!!!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8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8000"/>
                </a:solidFill>
                <a:latin typeface="Times New Roman"/>
              </a:rPr>
              <a:t>Customer Reviews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28560" y="4029120"/>
            <a:ext cx="2158920" cy="215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2026-09-05T20:41:39Z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