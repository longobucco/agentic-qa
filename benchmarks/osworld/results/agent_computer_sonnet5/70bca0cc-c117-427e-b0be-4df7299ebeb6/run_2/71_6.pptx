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F5BA794-B24D-4C76-9572-09A52E22799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502AABA-0489-4B59-91C5-7DC85F0057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E618678-C245-4822-94CC-D5DC433529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5B26510-9D0E-40C9-A35C-2DAD1816509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F09D472-C998-4D96-AAC3-A0D470E9BC3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2932D54-FDF8-49FE-B222-53728E08A17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5464834-FDA8-497F-934C-86E8BA8EFBC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26BFD6F-A753-4CCC-8581-4BEEDFAC887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2FF722F-1C05-4BBE-973C-6F8F1F4C848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F25A53E-FAB1-4CB8-8B14-26BAFDA842F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7932BDB-352E-48CB-8514-C0DB43BDE3C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AF689E0-68DA-4918-A8B5-A440EA462D0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D00E8DC-C70F-43CC-A72F-C3FD840C81D6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ff0000"/>
                </a:solidFill>
                <a:latin typeface="Calibri"/>
              </a:rPr>
              <a:t>Our Customers Love Us!!!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8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8000"/>
                </a:solidFill>
                <a:latin typeface="Times New Roman"/>
              </a:rPr>
              <a:t>Customer Reviews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45" name="Picture 3" descr="none.png"/>
          <p:cNvPicPr/>
          <p:nvPr/>
        </p:nvPicPr>
        <p:blipFill>
          <a:blip r:embed="rId1"/>
          <a:stretch/>
        </p:blipFill>
        <p:spPr>
          <a:xfrm>
            <a:off x="628560" y="4029120"/>
            <a:ext cx="2158920" cy="215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2026-09-05T20:42:59Z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