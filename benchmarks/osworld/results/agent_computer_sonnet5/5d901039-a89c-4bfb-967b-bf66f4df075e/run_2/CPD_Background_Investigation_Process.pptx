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4.xml.rels" ContentType="application/vnd.openxmlformats-package.relationships+xml"/>
  <Override PartName="/ppt/slideMasters/_rels/slideMaster1.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_rels/notesSlide4.xml.rels" ContentType="application/vnd.openxmlformats-package.relationships+xml"/>
  <Override PartName="/ppt/notesSlides/_rels/notesSlide3.xml.rels" ContentType="application/vnd.openxmlformats-package.relationships+xml"/>
  <Override PartName="/ppt/notesSlides/_rels/notesSlide1.xml.rels" ContentType="application/vnd.openxmlformats-package.relationships+xml"/>
  <Override PartName="/ppt/notesSlides/notesSlide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_rels/presentation.xml.rels" ContentType="application/vnd.openxmlformats-package.relationships+xml"/>
  <Override PartName="/ppt/slideLayouts/_rels/slideLayout5.xml.rels" ContentType="application/vnd.openxmlformats-package.relationships+xml"/>
  <Override PartName="/ppt/slideLayouts/_rels/slideLayout25.xml.rels" ContentType="application/vnd.openxmlformats-package.relationships+xml"/>
  <Override PartName="/ppt/slideLayouts/_rels/slideLayout10.xml.rels" ContentType="application/vnd.openxmlformats-package.relationships+xml"/>
  <Override PartName="/ppt/slideLayouts/_rels/slideLayout32.xml.rels" ContentType="application/vnd.openxmlformats-package.relationships+xml"/>
  <Override PartName="/ppt/slideLayouts/_rels/slideLayout16.xml.rels" ContentType="application/vnd.openxmlformats-package.relationships+xml"/>
  <Override PartName="/ppt/slideLayouts/_rels/slideLayout47.xml.rels" ContentType="application/vnd.openxmlformats-package.relationships+xml"/>
  <Override PartName="/ppt/slideLayouts/_rels/slideLayout26.xml.rels" ContentType="application/vnd.openxmlformats-package.relationships+xml"/>
  <Override PartName="/ppt/slideLayouts/_rels/slideLayout11.xml.rels" ContentType="application/vnd.openxmlformats-package.relationships+xml"/>
  <Override PartName="/ppt/slideLayouts/_rels/slideLayout17.xml.rels" ContentType="application/vnd.openxmlformats-package.relationships+xml"/>
  <Override PartName="/ppt/slideLayouts/_rels/slideLayout12.xml.rels" ContentType="application/vnd.openxmlformats-package.relationships+xml"/>
  <Override PartName="/ppt/slideLayouts/_rels/slideLayout18.xml.rels" ContentType="application/vnd.openxmlformats-package.relationships+xml"/>
  <Override PartName="/ppt/slideLayouts/_rels/slideLayout13.xml.rels" ContentType="application/vnd.openxmlformats-package.relationships+xml"/>
  <Override PartName="/ppt/slideLayouts/_rels/slideLayout19.xml.rels" ContentType="application/vnd.openxmlformats-package.relationships+xml"/>
  <Override PartName="/ppt/slideLayouts/_rels/slideLayout31.xml.rels" ContentType="application/vnd.openxmlformats-package.relationships+xml"/>
  <Override PartName="/ppt/slideLayouts/_rels/slideLayout24.xml.rels" ContentType="application/vnd.openxmlformats-package.relationships+xml"/>
  <Override PartName="/ppt/slideLayouts/_rels/slideLayout15.xml.rels" ContentType="application/vnd.openxmlformats-package.relationships+xml"/>
  <Override PartName="/ppt/slideLayouts/_rels/slideLayout6.xml.rels" ContentType="application/vnd.openxmlformats-package.relationships+xml"/>
  <Override PartName="/ppt/slideLayouts/_rels/slideLayout42.xml.rels" ContentType="application/vnd.openxmlformats-package.relationships+xml"/>
  <Override PartName="/ppt/slideLayouts/_rels/slideLayout35.xml.rels" ContentType="application/vnd.openxmlformats-package.relationships+xml"/>
  <Override PartName="/ppt/slideLayouts/_rels/slideLayout20.xml.rels" ContentType="application/vnd.openxmlformats-package.relationships+xml"/>
  <Override PartName="/ppt/slideLayouts/_rels/slideLayout41.xml.rels" ContentType="application/vnd.openxmlformats-package.relationships+xml"/>
  <Override PartName="/ppt/slideLayouts/_rels/slideLayout34.xml.rels" ContentType="application/vnd.openxmlformats-package.relationships+xml"/>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9.xml.rels" ContentType="application/vnd.openxmlformats-package.relationships+xml"/>
  <Override PartName="/ppt/slideLayouts/_rels/slideLayout2.xml.rels" ContentType="application/vnd.openxmlformats-package.relationships+xml"/>
  <Override PartName="/ppt/slideLayouts/_rels/slideLayout8.xml.rels" ContentType="application/vnd.openxmlformats-package.relationships+xml"/>
  <Override PartName="/ppt/slideLayouts/_rels/slideLayout36.xml.rels" ContentType="application/vnd.openxmlformats-package.relationships+xml"/>
  <Override PartName="/ppt/slideLayouts/_rels/slideLayout21.xml.rels" ContentType="application/vnd.openxmlformats-package.relationships+xml"/>
  <Override PartName="/ppt/slideLayouts/_rels/slideLayout43.xml.rels" ContentType="application/vnd.openxmlformats-package.relationships+xml"/>
  <Override PartName="/ppt/slideLayouts/_rels/slideLayout27.xml.rels" ContentType="application/vnd.openxmlformats-package.relationships+xml"/>
  <Override PartName="/ppt/slideLayouts/_rels/slideLayout23.xml.rels" ContentType="application/vnd.openxmlformats-package.relationships+xml"/>
  <Override PartName="/ppt/slideLayouts/_rels/slideLayout38.xml.rels" ContentType="application/vnd.openxmlformats-package.relationships+xml"/>
  <Override PartName="/ppt/slideLayouts/_rels/slideLayout29.xml.rels" ContentType="application/vnd.openxmlformats-package.relationships+xml"/>
  <Override PartName="/ppt/slideLayouts/_rels/slideLayout14.xml.rels" ContentType="application/vnd.openxmlformats-package.relationships+xml"/>
  <Override PartName="/ppt/slideLayouts/_rels/slideLayout45.xml.rels" ContentType="application/vnd.openxmlformats-package.relationships+xml"/>
  <Override PartName="/ppt/slideLayouts/_rels/slideLayout30.xml.rels" ContentType="application/vnd.openxmlformats-package.relationships+xml"/>
  <Override PartName="/ppt/slideLayouts/_rels/slideLayout1.xml.rels" ContentType="application/vnd.openxmlformats-package.relationships+xml"/>
  <Override PartName="/ppt/slideLayouts/_rels/slideLayout7.xml.rels" ContentType="application/vnd.openxmlformats-package.relationships+xml"/>
  <Override PartName="/ppt/slideLayouts/_rels/slideLayout22.xml.rels" ContentType="application/vnd.openxmlformats-package.relationships+xml"/>
  <Override PartName="/ppt/slideLayouts/_rels/slideLayout37.xml.rels" ContentType="application/vnd.openxmlformats-package.relationships+xml"/>
  <Override PartName="/ppt/slideLayouts/_rels/slideLayout28.xml.rels" ContentType="application/vnd.openxmlformats-package.relationships+xml"/>
  <Override PartName="/ppt/slideLayouts/_rels/slideLayout44.xml.rels" ContentType="application/vnd.openxmlformats-package.relationships+xml"/>
  <Override PartName="/ppt/slideLayouts/_rels/slideLayout46.xml.rels" ContentType="application/vnd.openxmlformats-package.relationships+xml"/>
  <Override PartName="/ppt/slideLayouts/_rels/slideLayout48.xml.rels" ContentType="application/vnd.openxmlformats-package.relationships+xml"/>
  <Override PartName="/ppt/slideLayouts/_rels/slideLayout33.xml.rels" ContentType="application/vnd.openxmlformats-package.relationships+xml"/>
  <Override PartName="/ppt/slideLayouts/_rels/slideLayout40.xml.rels" ContentType="application/vnd.openxmlformats-package.relationships+xml"/>
  <Override PartName="/ppt/slideLayouts/_rels/slideLayout39.xml.rels" ContentType="application/vnd.openxmlformats-package.relationships+xml"/>
  <Override PartName="/ppt/slideLayouts/slideLayout29.xml" ContentType="application/vnd.openxmlformats-officedocument.presentationml.slideLayout+xml"/>
  <Override PartName="/ppt/slideLayouts/slideLayout9.xml" ContentType="application/vnd.openxmlformats-officedocument.presentationml.slideLayout+xml"/>
  <Override PartName="/ppt/slideLayouts/slideLayout28.xml" ContentType="application/vnd.openxmlformats-officedocument.presentationml.slideLayout+xml"/>
  <Override PartName="/ppt/slideLayouts/slideLayout8.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7.xml" ContentType="application/vnd.openxmlformats-officedocument.presentationml.slideLayout+xml"/>
  <Override PartName="/ppt/slideLayouts/slideLayout1.xml" ContentType="application/vnd.openxmlformats-officedocument.presentationml.slideLayout+xml"/>
  <Override PartName="/ppt/slideLayouts/slideLayout21.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22.xml" ContentType="application/vnd.openxmlformats-officedocument.presentationml.slideLayout+xml"/>
  <Override PartName="/ppt/slideLayouts/slideLayout19.xml" ContentType="application/vnd.openxmlformats-officedocument.presentationml.slideLayout+xml"/>
  <Override PartName="/ppt/slideLayouts/slideLayout3.xml" ContentType="application/vnd.openxmlformats-officedocument.presentationml.slideLayout+xml"/>
  <Override PartName="/ppt/slideLayouts/slideLayout23.xml" ContentType="application/vnd.openxmlformats-officedocument.presentationml.slideLayout+xml"/>
  <Override PartName="/ppt/slideLayouts/slideLayout4.xml" ContentType="application/vnd.openxmlformats-officedocument.presentationml.slideLayout+xml"/>
  <Override PartName="/ppt/slideLayouts/slideLayout2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40.xml" ContentType="application/vnd.openxmlformats-officedocument.presentationml.slideLayout+xml"/>
  <Override PartName="/ppt/slideLayouts/slideLayout39.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34.xml" ContentType="application/vnd.openxmlformats-officedocument.presentationml.slideLayout+xml"/>
  <Override PartName="/ppt/slideLayouts/slideLayout46.xml" ContentType="application/vnd.openxmlformats-officedocument.presentationml.slideLayout+xml"/>
  <Override PartName="/ppt/slideLayouts/slideLayout33.xml" ContentType="application/vnd.openxmlformats-officedocument.presentationml.slideLayout+xml"/>
  <Override PartName="/ppt/slideLayouts/slideLayout32.xml" ContentType="application/vnd.openxmlformats-officedocument.presentationml.slideLayout+xml"/>
  <Override PartName="/ppt/slideLayouts/slideLayout31.xml" ContentType="application/vnd.openxmlformats-officedocument.presentationml.slideLayout+xml"/>
  <Override PartName="/ppt/slideLayouts/slideLayout30.xml" ContentType="application/vnd.openxmlformats-officedocument.presentationml.slideLayout+xml"/>
  <Override PartName="/ppt/slideLayouts/slideLayout13.xml" ContentType="application/vnd.openxmlformats-officedocument.presentationml.slideLayout+xml"/>
  <Override PartName="/ppt/slideLayouts/slideLayout11.xml" ContentType="application/vnd.openxmlformats-officedocument.presentationml.slideLayout+xml"/>
  <Override PartName="/ppt/slideLayouts/slideLayout48.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slideLayouts/slideLayout47.xml" ContentType="application/vnd.openxmlformats-officedocument.presentationml.slideLayout+xml"/>
  <Override PartName="/ppt/slideLayouts/slideLayout27.xml" ContentType="application/vnd.openxmlformats-officedocument.presentationml.slideLayout+xml"/>
  <Override PartName="/ppt/slideLayouts/slideLayout7.xml" ContentType="application/vnd.openxmlformats-officedocument.presentationml.slideLayout+xml"/>
  <Override PartName="/ppt/slideLayouts/slideLayout26.xml" ContentType="application/vnd.openxmlformats-officedocument.presentationml.slideLayout+xml"/>
  <Override PartName="/ppt/slideLayouts/slideLayout6.xml" ContentType="application/vnd.openxmlformats-officedocument.presentationml.slideLayout+xml"/>
  <Override PartName="/ppt/slideLayouts/slideLayout25.xml" ContentType="application/vnd.openxmlformats-officedocument.presentationml.slideLayout+xml"/>
  <Override PartName="/ppt/slideLayouts/slideLayout5.xml" ContentType="application/vnd.openxmlformats-officedocument.presentationml.slideLayout+xml"/>
  <Override PartName="/ppt/media/image26.png" ContentType="image/png"/>
  <Override PartName="/ppt/media/image23.jpeg" ContentType="image/jpeg"/>
  <Override PartName="/ppt/media/image12.png" ContentType="image/png"/>
  <Override PartName="/ppt/media/image22.png" ContentType="image/png"/>
  <Override PartName="/ppt/media/image24.jpeg" ContentType="image/jpeg"/>
  <Override PartName="/ppt/media/image21.png" ContentType="image/png"/>
  <Override PartName="/ppt/media/image20.png" ContentType="image/png"/>
  <Override PartName="/ppt/media/image18.png" ContentType="image/png"/>
  <Override PartName="/ppt/media/image10.png" ContentType="image/png"/>
  <Override PartName="/ppt/media/image27.jpeg" ContentType="image/jpeg"/>
  <Override PartName="/ppt/media/image29.png" ContentType="image/png"/>
  <Override PartName="/ppt/media/image11.png" ContentType="image/png"/>
  <Override PartName="/ppt/media/image6.png" ContentType="image/png"/>
  <Override PartName="/ppt/media/image36.png" ContentType="image/png"/>
  <Override PartName="/ppt/media/image7.png" ContentType="image/png"/>
  <Override PartName="/ppt/media/image37.png" ContentType="image/png"/>
  <Override PartName="/ppt/media/image8.png" ContentType="image/png"/>
  <Override PartName="/ppt/media/image33.png" ContentType="image/png"/>
  <Override PartName="/ppt/media/image13.png" ContentType="image/png"/>
  <Override PartName="/ppt/media/image9.png" ContentType="image/png"/>
  <Override PartName="/ppt/media/image35.png" ContentType="image/png"/>
  <Override PartName="/ppt/media/image5.png" ContentType="image/png"/>
  <Override PartName="/ppt/media/image34.png" ContentType="image/png"/>
  <Override PartName="/ppt/media/image4.png" ContentType="image/png"/>
  <Override PartName="/ppt/media/image32.png" ContentType="image/png"/>
  <Override PartName="/ppt/media/image2.png" ContentType="image/png"/>
  <Override PartName="/ppt/media/image19.jpeg" ContentType="image/jpeg"/>
  <Override PartName="/ppt/media/image25.png" ContentType="image/png"/>
  <Override PartName="/ppt/media/image28.wmf" ContentType="image/x-wmf"/>
  <Override PartName="/ppt/media/image30.png" ContentType="image/png"/>
  <Override PartName="/ppt/media/image3.jpeg" ContentType="image/jpeg"/>
  <Override PartName="/ppt/media/image15.png" ContentType="image/png"/>
  <Override PartName="/ppt/media/image31.png" ContentType="image/png"/>
  <Override PartName="/ppt/media/image1.png" ContentType="image/png"/>
  <Override PartName="/ppt/media/image14.png" ContentType="image/png"/>
  <Override PartName="/ppt/media/image16.png" ContentType="image/png"/>
  <Override PartName="/ppt/media/image17.png" ContentType="image/png"/>
  <Override PartName="/ppt/embeddings/oleObject1.ppt" ContentType="application/vnd.ms-powerpoint"/>
  <Override PartName="/ppt/presProps.xml" ContentType="application/vnd.openxmlformats-officedocument.presentationml.presPro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1.xml" ContentType="application/vnd.openxmlformats-officedocument.presentationml.slide+xml"/>
  <Override PartName="/ppt/slides/_rels/slide4.xml.rels" ContentType="application/vnd.openxmlformats-package.relationships+xml"/>
  <Override PartName="/ppt/slides/_rels/slide1.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 id="2147483687" r:id="rId5"/>
  </p:sldMasterIdLst>
  <p:notesMasterIdLst>
    <p:notesMasterId r:id="rId6"/>
  </p:notesMasterIdLst>
  <p:sldIdLst>
    <p:sldId id="256" r:id="rId7"/>
    <p:sldId id="257" r:id="rId8"/>
    <p:sldId id="258" r:id="rId9"/>
    <p:sldId id="259" r:id="rId10"/>
  </p:sldIdLst>
  <p:sldSz cx="9144000" cy="6858000"/>
  <p:notesSz cx="7010400" cy="9296400"/>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5.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4"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en-US" sz="1800" spc="-1" strike="noStrike">
                <a:solidFill>
                  <a:srgbClr val="000000"/>
                </a:solidFill>
                <a:latin typeface="Calibri"/>
              </a:rPr>
              <a:t>Click to move the slide</a:t>
            </a:r>
            <a:endParaRPr b="0" lang="en-US" sz="1800" spc="-1" strike="noStrike">
              <a:solidFill>
                <a:srgbClr val="000000"/>
              </a:solidFill>
              <a:latin typeface="Calibri"/>
            </a:endParaRPr>
          </a:p>
        </p:txBody>
      </p:sp>
      <p:sp>
        <p:nvSpPr>
          <p:cNvPr id="165"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US" sz="2000" spc="-1" strike="noStrike">
                <a:latin typeface="Arial"/>
              </a:rPr>
              <a:t>Click to edit the notes format</a:t>
            </a:r>
            <a:endParaRPr b="0" lang="en-US" sz="2000" spc="-1" strike="noStrike">
              <a:latin typeface="Arial"/>
            </a:endParaRPr>
          </a:p>
        </p:txBody>
      </p:sp>
      <p:sp>
        <p:nvSpPr>
          <p:cNvPr id="166" name="PlaceHolder 3"/>
          <p:cNvSpPr>
            <a:spLocks noGrp="1"/>
          </p:cNvSpPr>
          <p:nvPr>
            <p:ph type="hdr"/>
          </p:nvPr>
        </p:nvSpPr>
        <p:spPr>
          <a:xfrm>
            <a:off x="0" y="0"/>
            <a:ext cx="3280680" cy="534240"/>
          </a:xfrm>
          <a:prstGeom prst="rect">
            <a:avLst/>
          </a:prstGeom>
          <a:noFill/>
          <a:ln w="0">
            <a:noFill/>
          </a:ln>
        </p:spPr>
        <p:txBody>
          <a:bodyPr lIns="0" rIns="0" tIns="0" bIns="0" anchor="t">
            <a:noAutofit/>
          </a:bodyPr>
          <a:p>
            <a:r>
              <a:rPr b="0" lang="en-US" sz="1400" spc="-1" strike="noStrike">
                <a:latin typeface="Times New Roman"/>
              </a:rPr>
              <a:t>&lt;header&gt;</a:t>
            </a:r>
            <a:endParaRPr b="0" lang="en-US" sz="1400" spc="-1" strike="noStrike">
              <a:latin typeface="Times New Roman"/>
            </a:endParaRPr>
          </a:p>
        </p:txBody>
      </p:sp>
      <p:sp>
        <p:nvSpPr>
          <p:cNvPr id="167" name="PlaceHolder 4"/>
          <p:cNvSpPr>
            <a:spLocks noGrp="1"/>
          </p:cNvSpPr>
          <p:nvPr>
            <p:ph type="dt" idx="13"/>
          </p:nvPr>
        </p:nvSpPr>
        <p:spPr>
          <a:xfrm>
            <a:off x="4278960" y="0"/>
            <a:ext cx="3280680" cy="534240"/>
          </a:xfrm>
          <a:prstGeom prst="rect">
            <a:avLst/>
          </a:prstGeom>
          <a:noFill/>
          <a:ln w="0">
            <a:noFill/>
          </a:ln>
        </p:spPr>
        <p:txBody>
          <a:bodyPr lIns="0" rIns="0" tIns="0" bIns="0" anchor="t">
            <a:noAutofit/>
          </a:bodyPr>
          <a:lstStyle>
            <a:lvl1pPr algn="r">
              <a:buNone/>
              <a:defRPr b="0" lang="en-US" sz="1400" spc="-1" strike="noStrike">
                <a:latin typeface="Times New Roman"/>
              </a:defRPr>
            </a:lvl1pPr>
          </a:lstStyle>
          <a:p>
            <a:pPr algn="r">
              <a:buNone/>
            </a:pPr>
            <a:r>
              <a:rPr b="0" lang="en-US" sz="1400" spc="-1" strike="noStrike">
                <a:latin typeface="Times New Roman"/>
              </a:rPr>
              <a:t>&lt;date/time&gt;</a:t>
            </a:r>
            <a:endParaRPr b="0" lang="en-US" sz="1400" spc="-1" strike="noStrike">
              <a:latin typeface="Times New Roman"/>
            </a:endParaRPr>
          </a:p>
        </p:txBody>
      </p:sp>
      <p:sp>
        <p:nvSpPr>
          <p:cNvPr id="168" name="PlaceHolder 5"/>
          <p:cNvSpPr>
            <a:spLocks noGrp="1"/>
          </p:cNvSpPr>
          <p:nvPr>
            <p:ph type="ftr" idx="14"/>
          </p:nvPr>
        </p:nvSpPr>
        <p:spPr>
          <a:xfrm>
            <a:off x="0" y="10157400"/>
            <a:ext cx="3280680" cy="534240"/>
          </a:xfrm>
          <a:prstGeom prst="rect">
            <a:avLst/>
          </a:prstGeom>
          <a:noFill/>
          <a:ln w="0">
            <a:noFill/>
          </a:ln>
        </p:spPr>
        <p:txBody>
          <a:bodyPr lIns="0" rIns="0" tIns="0" bIns="0" anchor="b">
            <a:noAutofit/>
          </a:bodyPr>
          <a:lstStyle>
            <a:lvl1pPr>
              <a:defRPr b="0" lang="en-US" sz="1400" spc="-1" strike="noStrike">
                <a:latin typeface="Times New Roman"/>
              </a:defRPr>
            </a:lvl1pPr>
          </a:lstStyle>
          <a:p>
            <a:r>
              <a:rPr b="0" lang="en-US" sz="1400" spc="-1" strike="noStrike">
                <a:latin typeface="Times New Roman"/>
              </a:rPr>
              <a:t>&lt;footer&gt;</a:t>
            </a:r>
            <a:endParaRPr b="0" lang="en-US" sz="1400" spc="-1" strike="noStrike">
              <a:latin typeface="Times New Roman"/>
            </a:endParaRPr>
          </a:p>
        </p:txBody>
      </p:sp>
      <p:sp>
        <p:nvSpPr>
          <p:cNvPr id="169" name="PlaceHolder 6"/>
          <p:cNvSpPr>
            <a:spLocks noGrp="1"/>
          </p:cNvSpPr>
          <p:nvPr>
            <p:ph type="sldNum" idx="15"/>
          </p:nvPr>
        </p:nvSpPr>
        <p:spPr>
          <a:xfrm>
            <a:off x="4278960" y="10157400"/>
            <a:ext cx="3280680" cy="534240"/>
          </a:xfrm>
          <a:prstGeom prst="rect">
            <a:avLst/>
          </a:prstGeom>
          <a:noFill/>
          <a:ln w="0">
            <a:noFill/>
          </a:ln>
        </p:spPr>
        <p:txBody>
          <a:bodyPr lIns="0" rIns="0" tIns="0" bIns="0" anchor="b">
            <a:noAutofit/>
          </a:bodyPr>
          <a:lstStyle>
            <a:lvl1pPr algn="r">
              <a:buNone/>
              <a:defRPr b="0" lang="en-US" sz="1400" spc="-1" strike="noStrike">
                <a:latin typeface="Times New Roman"/>
              </a:defRPr>
            </a:lvl1pPr>
          </a:lstStyle>
          <a:p>
            <a:pPr algn="r">
              <a:buNone/>
            </a:pPr>
            <a:fld id="{842F1AF0-EC4B-46AE-AD82-728A5CCD617B}" type="slidenum">
              <a:rPr b="0" lang="en-US" sz="1400" spc="-1" strike="noStrike">
                <a:latin typeface="Times New Roman"/>
              </a:rPr>
              <a:t>&lt;number&gt;</a:t>
            </a:fld>
            <a:endParaRPr b="0" lang="en-US"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4" name="PlaceHolder 1"/>
          <p:cNvSpPr>
            <a:spLocks noGrp="1"/>
          </p:cNvSpPr>
          <p:nvPr>
            <p:ph type="sldImg"/>
          </p:nvPr>
        </p:nvSpPr>
        <p:spPr>
          <a:xfrm>
            <a:off x="1181160" y="696960"/>
            <a:ext cx="4647960" cy="3485880"/>
          </a:xfrm>
          <a:prstGeom prst="rect">
            <a:avLst/>
          </a:prstGeom>
          <a:ln w="0">
            <a:noFill/>
          </a:ln>
        </p:spPr>
      </p:sp>
      <p:sp>
        <p:nvSpPr>
          <p:cNvPr id="255" name="PlaceHolder 2"/>
          <p:cNvSpPr>
            <a:spLocks noGrp="1"/>
          </p:cNvSpPr>
          <p:nvPr>
            <p:ph type="body"/>
          </p:nvPr>
        </p:nvSpPr>
        <p:spPr>
          <a:xfrm>
            <a:off x="700920" y="4415760"/>
            <a:ext cx="5608080" cy="4183200"/>
          </a:xfrm>
          <a:prstGeom prst="rect">
            <a:avLst/>
          </a:prstGeom>
          <a:noFill/>
          <a:ln w="0">
            <a:noFill/>
          </a:ln>
        </p:spPr>
        <p:txBody>
          <a:bodyPr lIns="93240" rIns="93240" tIns="46440" bIns="46440" anchor="t">
            <a:normAutofit/>
          </a:bodyPr>
          <a:p>
            <a:endParaRPr b="0" lang="en-US" sz="2000" spc="-1" strike="noStrike">
              <a:latin typeface="Arial"/>
            </a:endParaRPr>
          </a:p>
        </p:txBody>
      </p:sp>
      <p:sp>
        <p:nvSpPr>
          <p:cNvPr id="256" name="PlaceHolder 3"/>
          <p:cNvSpPr>
            <a:spLocks noGrp="1"/>
          </p:cNvSpPr>
          <p:nvPr>
            <p:ph type="sldNum" idx="17"/>
          </p:nvPr>
        </p:nvSpPr>
        <p:spPr>
          <a:xfrm>
            <a:off x="3970800" y="8830080"/>
            <a:ext cx="3037320" cy="464400"/>
          </a:xfrm>
          <a:prstGeom prst="rect">
            <a:avLst/>
          </a:prstGeom>
          <a:noFill/>
          <a:ln w="0">
            <a:noFill/>
          </a:ln>
        </p:spPr>
        <p:txBody>
          <a:bodyPr lIns="93240" rIns="93240" tIns="46440" bIns="46440"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CF0D8DB7-127C-455E-86C4-6AA268BEFE88}"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7" name="PlaceHolder 1"/>
          <p:cNvSpPr>
            <a:spLocks noGrp="1"/>
          </p:cNvSpPr>
          <p:nvPr>
            <p:ph type="sldImg"/>
          </p:nvPr>
        </p:nvSpPr>
        <p:spPr>
          <a:xfrm>
            <a:off x="1181160" y="696960"/>
            <a:ext cx="4647960" cy="3485880"/>
          </a:xfrm>
          <a:prstGeom prst="rect">
            <a:avLst/>
          </a:prstGeom>
          <a:ln w="0">
            <a:noFill/>
          </a:ln>
        </p:spPr>
      </p:sp>
      <p:sp>
        <p:nvSpPr>
          <p:cNvPr id="258" name="PlaceHolder 2"/>
          <p:cNvSpPr>
            <a:spLocks noGrp="1"/>
          </p:cNvSpPr>
          <p:nvPr>
            <p:ph type="body"/>
          </p:nvPr>
        </p:nvSpPr>
        <p:spPr>
          <a:xfrm>
            <a:off x="700920" y="4415760"/>
            <a:ext cx="5608080" cy="4183200"/>
          </a:xfrm>
          <a:prstGeom prst="rect">
            <a:avLst/>
          </a:prstGeom>
          <a:noFill/>
          <a:ln w="0">
            <a:noFill/>
          </a:ln>
        </p:spPr>
        <p:txBody>
          <a:bodyPr lIns="93240" rIns="93240" tIns="46440" bIns="46440" anchor="t">
            <a:noAutofit/>
          </a:bodyPr>
          <a:p>
            <a:endParaRPr b="0" lang="en-US" sz="2000" spc="-1" strike="noStrike">
              <a:latin typeface="Arial"/>
            </a:endParaRPr>
          </a:p>
        </p:txBody>
      </p:sp>
      <p:sp>
        <p:nvSpPr>
          <p:cNvPr id="259" name="PlaceHolder 3"/>
          <p:cNvSpPr>
            <a:spLocks noGrp="1"/>
          </p:cNvSpPr>
          <p:nvPr>
            <p:ph type="sldNum" idx="18"/>
          </p:nvPr>
        </p:nvSpPr>
        <p:spPr>
          <a:xfrm>
            <a:off x="3970800" y="8830080"/>
            <a:ext cx="3037320" cy="464400"/>
          </a:xfrm>
          <a:prstGeom prst="rect">
            <a:avLst/>
          </a:prstGeom>
          <a:noFill/>
          <a:ln w="0">
            <a:noFill/>
          </a:ln>
        </p:spPr>
        <p:txBody>
          <a:bodyPr lIns="93240" rIns="93240" tIns="46440" bIns="46440"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A168FF25-10E5-49C9-8947-B8CA8000AF9F}"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0" name="PlaceHolder 1"/>
          <p:cNvSpPr>
            <a:spLocks noGrp="1"/>
          </p:cNvSpPr>
          <p:nvPr>
            <p:ph type="sldImg"/>
          </p:nvPr>
        </p:nvSpPr>
        <p:spPr>
          <a:xfrm>
            <a:off x="1181160" y="696960"/>
            <a:ext cx="4647960" cy="3485880"/>
          </a:xfrm>
          <a:prstGeom prst="rect">
            <a:avLst/>
          </a:prstGeom>
          <a:ln w="0">
            <a:noFill/>
          </a:ln>
        </p:spPr>
      </p:sp>
      <p:sp>
        <p:nvSpPr>
          <p:cNvPr id="261" name="PlaceHolder 2"/>
          <p:cNvSpPr>
            <a:spLocks noGrp="1"/>
          </p:cNvSpPr>
          <p:nvPr>
            <p:ph type="body"/>
          </p:nvPr>
        </p:nvSpPr>
        <p:spPr>
          <a:xfrm>
            <a:off x="700920" y="4415760"/>
            <a:ext cx="5608080" cy="4183200"/>
          </a:xfrm>
          <a:prstGeom prst="rect">
            <a:avLst/>
          </a:prstGeom>
          <a:noFill/>
          <a:ln w="0">
            <a:noFill/>
          </a:ln>
        </p:spPr>
        <p:txBody>
          <a:bodyPr lIns="93240" rIns="93240" tIns="46440" bIns="46440" anchor="t">
            <a:normAutofit/>
          </a:bodyPr>
          <a:p>
            <a:endParaRPr b="0" lang="en-US" sz="2000" spc="-1" strike="noStrike">
              <a:latin typeface="Arial"/>
            </a:endParaRPr>
          </a:p>
        </p:txBody>
      </p:sp>
      <p:sp>
        <p:nvSpPr>
          <p:cNvPr id="262" name="PlaceHolder 3"/>
          <p:cNvSpPr>
            <a:spLocks noGrp="1"/>
          </p:cNvSpPr>
          <p:nvPr>
            <p:ph type="sldNum" idx="19"/>
          </p:nvPr>
        </p:nvSpPr>
        <p:spPr>
          <a:xfrm>
            <a:off x="3970800" y="8830080"/>
            <a:ext cx="3037320" cy="464400"/>
          </a:xfrm>
          <a:prstGeom prst="rect">
            <a:avLst/>
          </a:prstGeom>
          <a:noFill/>
          <a:ln w="0">
            <a:noFill/>
          </a:ln>
        </p:spPr>
        <p:txBody>
          <a:bodyPr lIns="93240" rIns="93240" tIns="46440" bIns="46440"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87506C60-2121-4567-BCFA-16840887A712}"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89D985E5-9E68-4633-92FC-2D8DA8FA09BD}" type="slidenum">
              <a:t>&lt;#&gt;</a:t>
            </a:fld>
          </a:p>
        </p:txBody>
      </p:sp>
      <p:sp>
        <p:nvSpPr>
          <p:cNvPr id="4" name="PlaceHolder 3"/>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6" name="PlaceHolder 2"/>
          <p:cNvSpPr>
            <a:spLocks noGrp="1"/>
          </p:cNvSpPr>
          <p:nvPr>
            <p:ph type="subTitle"/>
          </p:nvPr>
        </p:nvSpPr>
        <p:spPr>
          <a:xfrm>
            <a:off x="457200" y="1600200"/>
            <a:ext cx="8229240" cy="45255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97CADE06-4EAC-454D-96DA-9677F344A140}"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8" name="PlaceHolder 2"/>
          <p:cNvSpPr>
            <a:spLocks noGrp="1"/>
          </p:cNvSpPr>
          <p:nvPr>
            <p:ph/>
          </p:nvPr>
        </p:nvSpPr>
        <p:spPr>
          <a:xfrm>
            <a:off x="457200" y="1600200"/>
            <a:ext cx="8229240" cy="4525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FF28DF73-4137-421F-A6FF-E635DBDCCE35}"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0" name="PlaceHolder 2"/>
          <p:cNvSpPr>
            <a:spLocks noGrp="1"/>
          </p:cNvSpPr>
          <p:nvPr>
            <p:ph/>
          </p:nvPr>
        </p:nvSpPr>
        <p:spPr>
          <a:xfrm>
            <a:off x="457200" y="1600200"/>
            <a:ext cx="4015800" cy="4525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1" name="PlaceHolder 3"/>
          <p:cNvSpPr>
            <a:spLocks noGrp="1"/>
          </p:cNvSpPr>
          <p:nvPr>
            <p:ph/>
          </p:nvPr>
        </p:nvSpPr>
        <p:spPr>
          <a:xfrm>
            <a:off x="4674240" y="1600200"/>
            <a:ext cx="4015800" cy="4525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69137992-0C5B-4882-9ED9-440B30780A89}" type="slidenum">
              <a:t>&lt;#&gt;</a:t>
            </a:fld>
          </a:p>
        </p:txBody>
      </p:sp>
      <p:sp>
        <p:nvSpPr>
          <p:cNvPr id="7" name="PlaceHolder 6"/>
          <p:cNvSpPr>
            <a:spLocks noGrp="1"/>
          </p:cNvSpPr>
          <p:nvPr>
            <p:ph type="dt" idx="1"/>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50CEB3CB-C0B0-4366-AED8-F167D8B46A85}" type="slidenum">
              <a:t>&lt;#&gt;</a:t>
            </a:fld>
          </a:p>
        </p:txBody>
      </p:sp>
      <p:sp>
        <p:nvSpPr>
          <p:cNvPr id="5" name="PlaceHolder 4"/>
          <p:cNvSpPr>
            <a:spLocks noGrp="1"/>
          </p:cNvSpPr>
          <p:nvPr>
            <p:ph type="dt" idx="1"/>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457200" y="274680"/>
            <a:ext cx="8229240" cy="52977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C7FD6CD1-8A51-4562-9850-15D116A49F02}" type="slidenum">
              <a:t>&lt;#&gt;</a:t>
            </a:fld>
          </a:p>
        </p:txBody>
      </p:sp>
      <p:sp>
        <p:nvSpPr>
          <p:cNvPr id="5" name="PlaceHolder 4"/>
          <p:cNvSpPr>
            <a:spLocks noGrp="1"/>
          </p:cNvSpPr>
          <p:nvPr>
            <p:ph type="dt" idx="1"/>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5" name="PlaceHolder 2"/>
          <p:cNvSpPr>
            <a:spLocks noGrp="1"/>
          </p:cNvSpPr>
          <p:nvPr>
            <p:ph/>
          </p:nvPr>
        </p:nvSpPr>
        <p:spPr>
          <a:xfrm>
            <a:off x="457200" y="160020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6" name="PlaceHolder 3"/>
          <p:cNvSpPr>
            <a:spLocks noGrp="1"/>
          </p:cNvSpPr>
          <p:nvPr>
            <p:ph/>
          </p:nvPr>
        </p:nvSpPr>
        <p:spPr>
          <a:xfrm>
            <a:off x="4674240" y="1600200"/>
            <a:ext cx="4015800" cy="4525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7" name="PlaceHolder 4"/>
          <p:cNvSpPr>
            <a:spLocks noGrp="1"/>
          </p:cNvSpPr>
          <p:nvPr>
            <p:ph/>
          </p:nvPr>
        </p:nvSpPr>
        <p:spPr>
          <a:xfrm>
            <a:off x="457200" y="396432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EDACC06C-7CC8-4AA2-9FD2-F4990D937B51}" type="slidenum">
              <a:t>&lt;#&gt;</a:t>
            </a:fld>
          </a:p>
        </p:txBody>
      </p:sp>
      <p:sp>
        <p:nvSpPr>
          <p:cNvPr id="8" name="PlaceHolder 7"/>
          <p:cNvSpPr>
            <a:spLocks noGrp="1"/>
          </p:cNvSpPr>
          <p:nvPr>
            <p:ph type="dt" idx="1"/>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9" name="PlaceHolder 2"/>
          <p:cNvSpPr>
            <a:spLocks noGrp="1"/>
          </p:cNvSpPr>
          <p:nvPr>
            <p:ph/>
          </p:nvPr>
        </p:nvSpPr>
        <p:spPr>
          <a:xfrm>
            <a:off x="457200" y="1600200"/>
            <a:ext cx="4015800" cy="4525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20" name="PlaceHolder 3"/>
          <p:cNvSpPr>
            <a:spLocks noGrp="1"/>
          </p:cNvSpPr>
          <p:nvPr>
            <p:ph/>
          </p:nvPr>
        </p:nvSpPr>
        <p:spPr>
          <a:xfrm>
            <a:off x="4674240" y="160020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21" name="PlaceHolder 4"/>
          <p:cNvSpPr>
            <a:spLocks noGrp="1"/>
          </p:cNvSpPr>
          <p:nvPr>
            <p:ph/>
          </p:nvPr>
        </p:nvSpPr>
        <p:spPr>
          <a:xfrm>
            <a:off x="4674240" y="396432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EED86B12-6AEB-4714-B3AD-AB3D8CEABEFC}" type="slidenum">
              <a:t>&lt;#&gt;</a:t>
            </a:fld>
          </a:p>
        </p:txBody>
      </p:sp>
      <p:sp>
        <p:nvSpPr>
          <p:cNvPr id="8" name="PlaceHolder 7"/>
          <p:cNvSpPr>
            <a:spLocks noGrp="1"/>
          </p:cNvSpPr>
          <p:nvPr>
            <p:ph type="dt" idx="1"/>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23" name="PlaceHolder 2"/>
          <p:cNvSpPr>
            <a:spLocks noGrp="1"/>
          </p:cNvSpPr>
          <p:nvPr>
            <p:ph/>
          </p:nvPr>
        </p:nvSpPr>
        <p:spPr>
          <a:xfrm>
            <a:off x="457200" y="160020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24" name="PlaceHolder 3"/>
          <p:cNvSpPr>
            <a:spLocks noGrp="1"/>
          </p:cNvSpPr>
          <p:nvPr>
            <p:ph/>
          </p:nvPr>
        </p:nvSpPr>
        <p:spPr>
          <a:xfrm>
            <a:off x="4674240" y="160020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25" name="PlaceHolder 4"/>
          <p:cNvSpPr>
            <a:spLocks noGrp="1"/>
          </p:cNvSpPr>
          <p:nvPr>
            <p:ph/>
          </p:nvPr>
        </p:nvSpPr>
        <p:spPr>
          <a:xfrm>
            <a:off x="457200" y="3964320"/>
            <a:ext cx="822924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899F8667-E59C-4602-AAEA-4472F4DA40DE}" type="slidenum">
              <a:t>&lt;#&gt;</a:t>
            </a:fld>
          </a:p>
        </p:txBody>
      </p:sp>
      <p:sp>
        <p:nvSpPr>
          <p:cNvPr id="8" name="PlaceHolder 7"/>
          <p:cNvSpPr>
            <a:spLocks noGrp="1"/>
          </p:cNvSpPr>
          <p:nvPr>
            <p:ph type="dt" idx="1"/>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27" name="PlaceHolder 2"/>
          <p:cNvSpPr>
            <a:spLocks noGrp="1"/>
          </p:cNvSpPr>
          <p:nvPr>
            <p:ph/>
          </p:nvPr>
        </p:nvSpPr>
        <p:spPr>
          <a:xfrm>
            <a:off x="457200" y="1600200"/>
            <a:ext cx="822924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28" name="PlaceHolder 3"/>
          <p:cNvSpPr>
            <a:spLocks noGrp="1"/>
          </p:cNvSpPr>
          <p:nvPr>
            <p:ph/>
          </p:nvPr>
        </p:nvSpPr>
        <p:spPr>
          <a:xfrm>
            <a:off x="457200" y="3964320"/>
            <a:ext cx="822924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57631E41-38CE-4068-83C7-A55E8CA3A8AD}" type="slidenum">
              <a:t>&lt;#&gt;</a:t>
            </a:fld>
          </a:p>
        </p:txBody>
      </p:sp>
      <p:sp>
        <p:nvSpPr>
          <p:cNvPr id="7" name="PlaceHolder 6"/>
          <p:cNvSpPr>
            <a:spLocks noGrp="1"/>
          </p:cNvSpPr>
          <p:nvPr>
            <p:ph type="dt" idx="1"/>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30" name="PlaceHolder 2"/>
          <p:cNvSpPr>
            <a:spLocks noGrp="1"/>
          </p:cNvSpPr>
          <p:nvPr>
            <p:ph/>
          </p:nvPr>
        </p:nvSpPr>
        <p:spPr>
          <a:xfrm>
            <a:off x="457200" y="160020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1" name="PlaceHolder 3"/>
          <p:cNvSpPr>
            <a:spLocks noGrp="1"/>
          </p:cNvSpPr>
          <p:nvPr>
            <p:ph/>
          </p:nvPr>
        </p:nvSpPr>
        <p:spPr>
          <a:xfrm>
            <a:off x="4674240" y="160020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2" name="PlaceHolder 4"/>
          <p:cNvSpPr>
            <a:spLocks noGrp="1"/>
          </p:cNvSpPr>
          <p:nvPr>
            <p:ph/>
          </p:nvPr>
        </p:nvSpPr>
        <p:spPr>
          <a:xfrm>
            <a:off x="457200" y="396432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3" name="PlaceHolder 5"/>
          <p:cNvSpPr>
            <a:spLocks noGrp="1"/>
          </p:cNvSpPr>
          <p:nvPr>
            <p:ph/>
          </p:nvPr>
        </p:nvSpPr>
        <p:spPr>
          <a:xfrm>
            <a:off x="4674240" y="396432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7" name="PlaceHolder 6"/>
          <p:cNvSpPr>
            <a:spLocks noGrp="1"/>
          </p:cNvSpPr>
          <p:nvPr>
            <p:ph type="ftr" idx="2"/>
          </p:nvPr>
        </p:nvSpPr>
        <p:spPr/>
        <p:txBody>
          <a:bodyPr/>
          <a:p>
            <a:r>
              <a:t>Footer</a:t>
            </a:r>
          </a:p>
        </p:txBody>
      </p:sp>
      <p:sp>
        <p:nvSpPr>
          <p:cNvPr id="8" name="PlaceHolder 7"/>
          <p:cNvSpPr>
            <a:spLocks noGrp="1"/>
          </p:cNvSpPr>
          <p:nvPr>
            <p:ph type="sldNum" idx="3"/>
          </p:nvPr>
        </p:nvSpPr>
        <p:spPr/>
        <p:txBody>
          <a:bodyPr/>
          <a:p>
            <a:fld id="{7A7A9961-0D59-4B9E-B56D-0B2F4133E379}" type="slidenum">
              <a:t>&lt;#&gt;</a:t>
            </a:fld>
          </a:p>
        </p:txBody>
      </p:sp>
      <p:sp>
        <p:nvSpPr>
          <p:cNvPr id="9" name="PlaceHolder 8"/>
          <p:cNvSpPr>
            <a:spLocks noGrp="1"/>
          </p:cNvSpPr>
          <p:nvPr>
            <p:ph type="dt" idx="1"/>
          </p:nvPr>
        </p:nvSpPr>
        <p:spPr/>
        <p:txBody>
          <a:bodyPr/>
          <a:p>
            <a:r>
              <a:rPr lang="en-US"/>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35" name="PlaceHolder 2"/>
          <p:cNvSpPr>
            <a:spLocks noGrp="1"/>
          </p:cNvSpPr>
          <p:nvPr>
            <p:ph/>
          </p:nvPr>
        </p:nvSpPr>
        <p:spPr>
          <a:xfrm>
            <a:off x="457200" y="1600200"/>
            <a:ext cx="26496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6" name="PlaceHolder 3"/>
          <p:cNvSpPr>
            <a:spLocks noGrp="1"/>
          </p:cNvSpPr>
          <p:nvPr>
            <p:ph/>
          </p:nvPr>
        </p:nvSpPr>
        <p:spPr>
          <a:xfrm>
            <a:off x="3239640" y="1600200"/>
            <a:ext cx="26496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7" name="PlaceHolder 4"/>
          <p:cNvSpPr>
            <a:spLocks noGrp="1"/>
          </p:cNvSpPr>
          <p:nvPr>
            <p:ph/>
          </p:nvPr>
        </p:nvSpPr>
        <p:spPr>
          <a:xfrm>
            <a:off x="6022080" y="1600200"/>
            <a:ext cx="26496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8" name="PlaceHolder 5"/>
          <p:cNvSpPr>
            <a:spLocks noGrp="1"/>
          </p:cNvSpPr>
          <p:nvPr>
            <p:ph/>
          </p:nvPr>
        </p:nvSpPr>
        <p:spPr>
          <a:xfrm>
            <a:off x="457200" y="3964320"/>
            <a:ext cx="26496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9" name="PlaceHolder 6"/>
          <p:cNvSpPr>
            <a:spLocks noGrp="1"/>
          </p:cNvSpPr>
          <p:nvPr>
            <p:ph/>
          </p:nvPr>
        </p:nvSpPr>
        <p:spPr>
          <a:xfrm>
            <a:off x="3239640" y="3964320"/>
            <a:ext cx="26496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40" name="PlaceHolder 7"/>
          <p:cNvSpPr>
            <a:spLocks noGrp="1"/>
          </p:cNvSpPr>
          <p:nvPr>
            <p:ph/>
          </p:nvPr>
        </p:nvSpPr>
        <p:spPr>
          <a:xfrm>
            <a:off x="6022080" y="3964320"/>
            <a:ext cx="26496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9" name="PlaceHolder 8"/>
          <p:cNvSpPr>
            <a:spLocks noGrp="1"/>
          </p:cNvSpPr>
          <p:nvPr>
            <p:ph type="ftr" idx="2"/>
          </p:nvPr>
        </p:nvSpPr>
        <p:spPr/>
        <p:txBody>
          <a:bodyPr/>
          <a:p>
            <a:r>
              <a:t>Footer</a:t>
            </a:r>
          </a:p>
        </p:txBody>
      </p:sp>
      <p:sp>
        <p:nvSpPr>
          <p:cNvPr id="10" name="PlaceHolder 9"/>
          <p:cNvSpPr>
            <a:spLocks noGrp="1"/>
          </p:cNvSpPr>
          <p:nvPr>
            <p:ph type="sldNum" idx="3"/>
          </p:nvPr>
        </p:nvSpPr>
        <p:spPr/>
        <p:txBody>
          <a:bodyPr/>
          <a:p>
            <a:fld id="{A260BE56-AA95-4950-B185-63C9034B0D3F}" type="slidenum">
              <a:t>&lt;#&gt;</a:t>
            </a:fld>
          </a:p>
        </p:txBody>
      </p:sp>
      <p:sp>
        <p:nvSpPr>
          <p:cNvPr id="11" name="PlaceHolder 10"/>
          <p:cNvSpPr>
            <a:spLocks noGrp="1"/>
          </p:cNvSpPr>
          <p:nvPr>
            <p:ph type="dt" idx="1"/>
          </p:nvPr>
        </p:nvSpPr>
        <p:spPr/>
        <p:txBody>
          <a:bodyPr/>
          <a:p>
            <a:r>
              <a:rPr lang="en-US"/>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1BA0CB01-2998-44D6-9032-15F6BE1CE621}" type="slidenum">
              <a:t>&lt;#&gt;</a:t>
            </a:fld>
          </a:p>
        </p:txBody>
      </p:sp>
      <p:sp>
        <p:nvSpPr>
          <p:cNvPr id="4" name="PlaceHolder 3"/>
          <p:cNvSpPr>
            <a:spLocks noGrp="1"/>
          </p:cNvSpPr>
          <p:nvPr>
            <p:ph type="dt" idx="4"/>
          </p:nvPr>
        </p:nvSpPr>
        <p:spPr/>
        <p:txBody>
          <a:bodyPr/>
          <a:p>
            <a:r>
              <a:rPr lang="en-US"/>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47" name="PlaceHolder 2"/>
          <p:cNvSpPr>
            <a:spLocks noGrp="1"/>
          </p:cNvSpPr>
          <p:nvPr>
            <p:ph type="subTitle"/>
          </p:nvPr>
        </p:nvSpPr>
        <p:spPr>
          <a:xfrm>
            <a:off x="457200" y="1600200"/>
            <a:ext cx="8229240" cy="45255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D00348E7-C249-4733-9E81-8FB1858038F6}" type="slidenum">
              <a:t>&lt;#&gt;</a:t>
            </a:fld>
          </a:p>
        </p:txBody>
      </p:sp>
      <p:sp>
        <p:nvSpPr>
          <p:cNvPr id="6" name="PlaceHolder 5"/>
          <p:cNvSpPr>
            <a:spLocks noGrp="1"/>
          </p:cNvSpPr>
          <p:nvPr>
            <p:ph type="dt" idx="4"/>
          </p:nvPr>
        </p:nvSpPr>
        <p:spPr/>
        <p:txBody>
          <a:bodyPr/>
          <a:p>
            <a:r>
              <a:rPr lang="en-US"/>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49" name="PlaceHolder 2"/>
          <p:cNvSpPr>
            <a:spLocks noGrp="1"/>
          </p:cNvSpPr>
          <p:nvPr>
            <p:ph/>
          </p:nvPr>
        </p:nvSpPr>
        <p:spPr>
          <a:xfrm>
            <a:off x="457200" y="1600200"/>
            <a:ext cx="8229240" cy="4525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5107B521-C4CD-4E4C-9FC3-2AE11371B8A6}" type="slidenum">
              <a:t>&lt;#&gt;</a:t>
            </a:fld>
          </a:p>
        </p:txBody>
      </p:sp>
      <p:sp>
        <p:nvSpPr>
          <p:cNvPr id="6" name="PlaceHolder 5"/>
          <p:cNvSpPr>
            <a:spLocks noGrp="1"/>
          </p:cNvSpPr>
          <p:nvPr>
            <p:ph type="dt" idx="4"/>
          </p:nvPr>
        </p:nvSpPr>
        <p:spPr/>
        <p:txBody>
          <a:bodyPr/>
          <a:p>
            <a:r>
              <a:rPr lang="en-US"/>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51" name="PlaceHolder 2"/>
          <p:cNvSpPr>
            <a:spLocks noGrp="1"/>
          </p:cNvSpPr>
          <p:nvPr>
            <p:ph/>
          </p:nvPr>
        </p:nvSpPr>
        <p:spPr>
          <a:xfrm>
            <a:off x="457200" y="1600200"/>
            <a:ext cx="4015800" cy="4525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52" name="PlaceHolder 3"/>
          <p:cNvSpPr>
            <a:spLocks noGrp="1"/>
          </p:cNvSpPr>
          <p:nvPr>
            <p:ph/>
          </p:nvPr>
        </p:nvSpPr>
        <p:spPr>
          <a:xfrm>
            <a:off x="4674240" y="1600200"/>
            <a:ext cx="4015800" cy="4525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8C378B5E-EB31-4AB2-B33E-092E620BBBD8}" type="slidenum">
              <a:t>&lt;#&gt;</a:t>
            </a:fld>
          </a:p>
        </p:txBody>
      </p:sp>
      <p:sp>
        <p:nvSpPr>
          <p:cNvPr id="7" name="PlaceHolder 6"/>
          <p:cNvSpPr>
            <a:spLocks noGrp="1"/>
          </p:cNvSpPr>
          <p:nvPr>
            <p:ph type="dt" idx="4"/>
          </p:nvPr>
        </p:nvSpPr>
        <p:spPr/>
        <p:txBody>
          <a:bodyPr/>
          <a:p>
            <a:r>
              <a:rPr lang="en-US"/>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C72F64AC-0A6B-4936-8C95-4221CA2DE5A9}" type="slidenum">
              <a:t>&lt;#&gt;</a:t>
            </a:fld>
          </a:p>
        </p:txBody>
      </p:sp>
      <p:sp>
        <p:nvSpPr>
          <p:cNvPr id="5" name="PlaceHolder 4"/>
          <p:cNvSpPr>
            <a:spLocks noGrp="1"/>
          </p:cNvSpPr>
          <p:nvPr>
            <p:ph type="dt" idx="4"/>
          </p:nvPr>
        </p:nvSpPr>
        <p:spPr/>
        <p:txBody>
          <a:bodyPr/>
          <a:p>
            <a:r>
              <a:rPr lang="en-US"/>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4" name="PlaceHolder 1"/>
          <p:cNvSpPr>
            <a:spLocks noGrp="1"/>
          </p:cNvSpPr>
          <p:nvPr>
            <p:ph type="subTitle"/>
          </p:nvPr>
        </p:nvSpPr>
        <p:spPr>
          <a:xfrm>
            <a:off x="457200" y="274680"/>
            <a:ext cx="8229240" cy="52977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EA38B810-E2F2-4CC0-94F8-144B40AA1903}" type="slidenum">
              <a:t>&lt;#&gt;</a:t>
            </a:fld>
          </a:p>
        </p:txBody>
      </p:sp>
      <p:sp>
        <p:nvSpPr>
          <p:cNvPr id="5" name="PlaceHolder 4"/>
          <p:cNvSpPr>
            <a:spLocks noGrp="1"/>
          </p:cNvSpPr>
          <p:nvPr>
            <p:ph type="dt" idx="4"/>
          </p:nvPr>
        </p:nvSpPr>
        <p:spPr/>
        <p:txBody>
          <a:bodyPr/>
          <a:p>
            <a:r>
              <a:rPr lang="en-US"/>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56" name="PlaceHolder 2"/>
          <p:cNvSpPr>
            <a:spLocks noGrp="1"/>
          </p:cNvSpPr>
          <p:nvPr>
            <p:ph/>
          </p:nvPr>
        </p:nvSpPr>
        <p:spPr>
          <a:xfrm>
            <a:off x="457200" y="160020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57" name="PlaceHolder 3"/>
          <p:cNvSpPr>
            <a:spLocks noGrp="1"/>
          </p:cNvSpPr>
          <p:nvPr>
            <p:ph/>
          </p:nvPr>
        </p:nvSpPr>
        <p:spPr>
          <a:xfrm>
            <a:off x="4674240" y="1600200"/>
            <a:ext cx="4015800" cy="4525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58" name="PlaceHolder 4"/>
          <p:cNvSpPr>
            <a:spLocks noGrp="1"/>
          </p:cNvSpPr>
          <p:nvPr>
            <p:ph/>
          </p:nvPr>
        </p:nvSpPr>
        <p:spPr>
          <a:xfrm>
            <a:off x="457200" y="396432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183783DC-0F26-4013-B4FA-6126E9687A80}" type="slidenum">
              <a:t>&lt;#&gt;</a:t>
            </a:fld>
          </a:p>
        </p:txBody>
      </p:sp>
      <p:sp>
        <p:nvSpPr>
          <p:cNvPr id="8" name="PlaceHolder 7"/>
          <p:cNvSpPr>
            <a:spLocks noGrp="1"/>
          </p:cNvSpPr>
          <p:nvPr>
            <p:ph type="dt" idx="4"/>
          </p:nvPr>
        </p:nvSpPr>
        <p:spPr/>
        <p:txBody>
          <a:bodyPr/>
          <a:p>
            <a:r>
              <a:rPr lang="en-US"/>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60" name="PlaceHolder 2"/>
          <p:cNvSpPr>
            <a:spLocks noGrp="1"/>
          </p:cNvSpPr>
          <p:nvPr>
            <p:ph/>
          </p:nvPr>
        </p:nvSpPr>
        <p:spPr>
          <a:xfrm>
            <a:off x="457200" y="1600200"/>
            <a:ext cx="4015800" cy="4525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1" name="PlaceHolder 3"/>
          <p:cNvSpPr>
            <a:spLocks noGrp="1"/>
          </p:cNvSpPr>
          <p:nvPr>
            <p:ph/>
          </p:nvPr>
        </p:nvSpPr>
        <p:spPr>
          <a:xfrm>
            <a:off x="4674240" y="160020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2" name="PlaceHolder 4"/>
          <p:cNvSpPr>
            <a:spLocks noGrp="1"/>
          </p:cNvSpPr>
          <p:nvPr>
            <p:ph/>
          </p:nvPr>
        </p:nvSpPr>
        <p:spPr>
          <a:xfrm>
            <a:off x="4674240" y="396432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B5C7BE0D-546C-4F57-878F-A7AFD6960EBF}" type="slidenum">
              <a:t>&lt;#&gt;</a:t>
            </a:fld>
          </a:p>
        </p:txBody>
      </p:sp>
      <p:sp>
        <p:nvSpPr>
          <p:cNvPr id="8" name="PlaceHolder 7"/>
          <p:cNvSpPr>
            <a:spLocks noGrp="1"/>
          </p:cNvSpPr>
          <p:nvPr>
            <p:ph type="dt" idx="4"/>
          </p:nvPr>
        </p:nvSpPr>
        <p:spPr/>
        <p:txBody>
          <a:bodyPr/>
          <a:p>
            <a:r>
              <a:rPr lang="en-US"/>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64" name="PlaceHolder 2"/>
          <p:cNvSpPr>
            <a:spLocks noGrp="1"/>
          </p:cNvSpPr>
          <p:nvPr>
            <p:ph/>
          </p:nvPr>
        </p:nvSpPr>
        <p:spPr>
          <a:xfrm>
            <a:off x="457200" y="160020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5" name="PlaceHolder 3"/>
          <p:cNvSpPr>
            <a:spLocks noGrp="1"/>
          </p:cNvSpPr>
          <p:nvPr>
            <p:ph/>
          </p:nvPr>
        </p:nvSpPr>
        <p:spPr>
          <a:xfrm>
            <a:off x="4674240" y="160020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6" name="PlaceHolder 4"/>
          <p:cNvSpPr>
            <a:spLocks noGrp="1"/>
          </p:cNvSpPr>
          <p:nvPr>
            <p:ph/>
          </p:nvPr>
        </p:nvSpPr>
        <p:spPr>
          <a:xfrm>
            <a:off x="457200" y="3964320"/>
            <a:ext cx="822924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8630C0D1-FDAE-4FED-9D67-FC1E0230CEBD}" type="slidenum">
              <a:t>&lt;#&gt;</a:t>
            </a:fld>
          </a:p>
        </p:txBody>
      </p:sp>
      <p:sp>
        <p:nvSpPr>
          <p:cNvPr id="8" name="PlaceHolder 7"/>
          <p:cNvSpPr>
            <a:spLocks noGrp="1"/>
          </p:cNvSpPr>
          <p:nvPr>
            <p:ph type="dt" idx="4"/>
          </p:nvPr>
        </p:nvSpPr>
        <p:spPr/>
        <p:txBody>
          <a:bodyPr/>
          <a:p>
            <a:r>
              <a:rPr lang="en-US"/>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68" name="PlaceHolder 2"/>
          <p:cNvSpPr>
            <a:spLocks noGrp="1"/>
          </p:cNvSpPr>
          <p:nvPr>
            <p:ph/>
          </p:nvPr>
        </p:nvSpPr>
        <p:spPr>
          <a:xfrm>
            <a:off x="457200" y="1600200"/>
            <a:ext cx="822924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9" name="PlaceHolder 3"/>
          <p:cNvSpPr>
            <a:spLocks noGrp="1"/>
          </p:cNvSpPr>
          <p:nvPr>
            <p:ph/>
          </p:nvPr>
        </p:nvSpPr>
        <p:spPr>
          <a:xfrm>
            <a:off x="457200" y="3964320"/>
            <a:ext cx="822924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4D5502AB-F50C-45CD-A0C0-26148C665FE7}" type="slidenum">
              <a:t>&lt;#&gt;</a:t>
            </a:fld>
          </a:p>
        </p:txBody>
      </p:sp>
      <p:sp>
        <p:nvSpPr>
          <p:cNvPr id="7" name="PlaceHolder 6"/>
          <p:cNvSpPr>
            <a:spLocks noGrp="1"/>
          </p:cNvSpPr>
          <p:nvPr>
            <p:ph type="dt" idx="4"/>
          </p:nvPr>
        </p:nvSpPr>
        <p:spPr/>
        <p:txBody>
          <a:bodyPr/>
          <a:p>
            <a:r>
              <a:rPr lang="en-US"/>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71" name="PlaceHolder 2"/>
          <p:cNvSpPr>
            <a:spLocks noGrp="1"/>
          </p:cNvSpPr>
          <p:nvPr>
            <p:ph/>
          </p:nvPr>
        </p:nvSpPr>
        <p:spPr>
          <a:xfrm>
            <a:off x="457200" y="160020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72" name="PlaceHolder 3"/>
          <p:cNvSpPr>
            <a:spLocks noGrp="1"/>
          </p:cNvSpPr>
          <p:nvPr>
            <p:ph/>
          </p:nvPr>
        </p:nvSpPr>
        <p:spPr>
          <a:xfrm>
            <a:off x="4674240" y="160020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73" name="PlaceHolder 4"/>
          <p:cNvSpPr>
            <a:spLocks noGrp="1"/>
          </p:cNvSpPr>
          <p:nvPr>
            <p:ph/>
          </p:nvPr>
        </p:nvSpPr>
        <p:spPr>
          <a:xfrm>
            <a:off x="457200" y="396432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74" name="PlaceHolder 5"/>
          <p:cNvSpPr>
            <a:spLocks noGrp="1"/>
          </p:cNvSpPr>
          <p:nvPr>
            <p:ph/>
          </p:nvPr>
        </p:nvSpPr>
        <p:spPr>
          <a:xfrm>
            <a:off x="4674240" y="396432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7" name="PlaceHolder 6"/>
          <p:cNvSpPr>
            <a:spLocks noGrp="1"/>
          </p:cNvSpPr>
          <p:nvPr>
            <p:ph type="ftr" idx="5"/>
          </p:nvPr>
        </p:nvSpPr>
        <p:spPr/>
        <p:txBody>
          <a:bodyPr/>
          <a:p>
            <a:r>
              <a:t>Footer</a:t>
            </a:r>
          </a:p>
        </p:txBody>
      </p:sp>
      <p:sp>
        <p:nvSpPr>
          <p:cNvPr id="8" name="PlaceHolder 7"/>
          <p:cNvSpPr>
            <a:spLocks noGrp="1"/>
          </p:cNvSpPr>
          <p:nvPr>
            <p:ph type="sldNum" idx="6"/>
          </p:nvPr>
        </p:nvSpPr>
        <p:spPr/>
        <p:txBody>
          <a:bodyPr/>
          <a:p>
            <a:fld id="{49896E3C-0891-4535-B5CA-BE4AF906C6CF}" type="slidenum">
              <a:t>&lt;#&gt;</a:t>
            </a:fld>
          </a:p>
        </p:txBody>
      </p:sp>
      <p:sp>
        <p:nvSpPr>
          <p:cNvPr id="9" name="PlaceHolder 8"/>
          <p:cNvSpPr>
            <a:spLocks noGrp="1"/>
          </p:cNvSpPr>
          <p:nvPr>
            <p:ph type="dt" idx="4"/>
          </p:nvPr>
        </p:nvSpPr>
        <p:spPr/>
        <p:txBody>
          <a:bodyPr/>
          <a:p>
            <a:r>
              <a:rPr lang="en-US"/>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76" name="PlaceHolder 2"/>
          <p:cNvSpPr>
            <a:spLocks noGrp="1"/>
          </p:cNvSpPr>
          <p:nvPr>
            <p:ph/>
          </p:nvPr>
        </p:nvSpPr>
        <p:spPr>
          <a:xfrm>
            <a:off x="457200" y="1600200"/>
            <a:ext cx="26496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77" name="PlaceHolder 3"/>
          <p:cNvSpPr>
            <a:spLocks noGrp="1"/>
          </p:cNvSpPr>
          <p:nvPr>
            <p:ph/>
          </p:nvPr>
        </p:nvSpPr>
        <p:spPr>
          <a:xfrm>
            <a:off x="3239640" y="1600200"/>
            <a:ext cx="26496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78" name="PlaceHolder 4"/>
          <p:cNvSpPr>
            <a:spLocks noGrp="1"/>
          </p:cNvSpPr>
          <p:nvPr>
            <p:ph/>
          </p:nvPr>
        </p:nvSpPr>
        <p:spPr>
          <a:xfrm>
            <a:off x="6022080" y="1600200"/>
            <a:ext cx="26496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79" name="PlaceHolder 5"/>
          <p:cNvSpPr>
            <a:spLocks noGrp="1"/>
          </p:cNvSpPr>
          <p:nvPr>
            <p:ph/>
          </p:nvPr>
        </p:nvSpPr>
        <p:spPr>
          <a:xfrm>
            <a:off x="457200" y="3964320"/>
            <a:ext cx="26496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80" name="PlaceHolder 6"/>
          <p:cNvSpPr>
            <a:spLocks noGrp="1"/>
          </p:cNvSpPr>
          <p:nvPr>
            <p:ph/>
          </p:nvPr>
        </p:nvSpPr>
        <p:spPr>
          <a:xfrm>
            <a:off x="3239640" y="3964320"/>
            <a:ext cx="26496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81" name="PlaceHolder 7"/>
          <p:cNvSpPr>
            <a:spLocks noGrp="1"/>
          </p:cNvSpPr>
          <p:nvPr>
            <p:ph/>
          </p:nvPr>
        </p:nvSpPr>
        <p:spPr>
          <a:xfrm>
            <a:off x="6022080" y="3964320"/>
            <a:ext cx="26496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9" name="PlaceHolder 8"/>
          <p:cNvSpPr>
            <a:spLocks noGrp="1"/>
          </p:cNvSpPr>
          <p:nvPr>
            <p:ph type="ftr" idx="5"/>
          </p:nvPr>
        </p:nvSpPr>
        <p:spPr/>
        <p:txBody>
          <a:bodyPr/>
          <a:p>
            <a:r>
              <a:t>Footer</a:t>
            </a:r>
          </a:p>
        </p:txBody>
      </p:sp>
      <p:sp>
        <p:nvSpPr>
          <p:cNvPr id="10" name="PlaceHolder 9"/>
          <p:cNvSpPr>
            <a:spLocks noGrp="1"/>
          </p:cNvSpPr>
          <p:nvPr>
            <p:ph type="sldNum" idx="6"/>
          </p:nvPr>
        </p:nvSpPr>
        <p:spPr/>
        <p:txBody>
          <a:bodyPr/>
          <a:p>
            <a:fld id="{FB3F5BEA-8C78-4248-B957-EE2980B8315B}" type="slidenum">
              <a:t>&lt;#&gt;</a:t>
            </a:fld>
          </a:p>
        </p:txBody>
      </p:sp>
      <p:sp>
        <p:nvSpPr>
          <p:cNvPr id="11" name="PlaceHolder 10"/>
          <p:cNvSpPr>
            <a:spLocks noGrp="1"/>
          </p:cNvSpPr>
          <p:nvPr>
            <p:ph type="dt" idx="4"/>
          </p:nvPr>
        </p:nvSpPr>
        <p:spPr/>
        <p:txBody>
          <a:bodyPr/>
          <a:p>
            <a:r>
              <a:rPr lang="en-US"/>
              <a:t/>
            </a: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316CF86F-D6EA-4F88-A94A-BF5FBBD8579B}" type="slidenum">
              <a:t>&lt;#&gt;</a:t>
            </a:fld>
          </a:p>
        </p:txBody>
      </p:sp>
      <p:sp>
        <p:nvSpPr>
          <p:cNvPr id="4" name="PlaceHolder 3"/>
          <p:cNvSpPr>
            <a:spLocks noGrp="1"/>
          </p:cNvSpPr>
          <p:nvPr>
            <p:ph type="dt" idx="7"/>
          </p:nvPr>
        </p:nvSpPr>
        <p:spPr/>
        <p:txBody>
          <a:bodyPr/>
          <a:p>
            <a:r>
              <a:rPr lang="en-US"/>
              <a:t/>
            </a:r>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87"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88" name="PlaceHolder 2"/>
          <p:cNvSpPr>
            <a:spLocks noGrp="1"/>
          </p:cNvSpPr>
          <p:nvPr>
            <p:ph type="subTitle"/>
          </p:nvPr>
        </p:nvSpPr>
        <p:spPr>
          <a:xfrm>
            <a:off x="457200" y="1600200"/>
            <a:ext cx="8229240" cy="45255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8"/>
          </p:nvPr>
        </p:nvSpPr>
        <p:spPr/>
        <p:txBody>
          <a:bodyPr/>
          <a:p>
            <a:r>
              <a:t>Footer</a:t>
            </a:r>
          </a:p>
        </p:txBody>
      </p:sp>
      <p:sp>
        <p:nvSpPr>
          <p:cNvPr id="5" name="PlaceHolder 4"/>
          <p:cNvSpPr>
            <a:spLocks noGrp="1"/>
          </p:cNvSpPr>
          <p:nvPr>
            <p:ph type="sldNum" idx="9"/>
          </p:nvPr>
        </p:nvSpPr>
        <p:spPr/>
        <p:txBody>
          <a:bodyPr/>
          <a:p>
            <a:fld id="{3BA58E7D-5010-4814-A1B3-1CFF1EF49A9A}" type="slidenum">
              <a:t>&lt;#&gt;</a:t>
            </a:fld>
          </a:p>
        </p:txBody>
      </p:sp>
      <p:sp>
        <p:nvSpPr>
          <p:cNvPr id="6" name="PlaceHolder 5"/>
          <p:cNvSpPr>
            <a:spLocks noGrp="1"/>
          </p:cNvSpPr>
          <p:nvPr>
            <p:ph type="dt" idx="7"/>
          </p:nvPr>
        </p:nvSpPr>
        <p:spPr/>
        <p:txBody>
          <a:bodyPr/>
          <a:p>
            <a:r>
              <a:rPr lang="en-US"/>
              <a:t/>
            </a: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89"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90" name="PlaceHolder 2"/>
          <p:cNvSpPr>
            <a:spLocks noGrp="1"/>
          </p:cNvSpPr>
          <p:nvPr>
            <p:ph/>
          </p:nvPr>
        </p:nvSpPr>
        <p:spPr>
          <a:xfrm>
            <a:off x="457200" y="1600200"/>
            <a:ext cx="8229240" cy="4525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4" name="PlaceHolder 3"/>
          <p:cNvSpPr>
            <a:spLocks noGrp="1"/>
          </p:cNvSpPr>
          <p:nvPr>
            <p:ph type="ftr" idx="8"/>
          </p:nvPr>
        </p:nvSpPr>
        <p:spPr/>
        <p:txBody>
          <a:bodyPr/>
          <a:p>
            <a:r>
              <a:t>Footer</a:t>
            </a:r>
          </a:p>
        </p:txBody>
      </p:sp>
      <p:sp>
        <p:nvSpPr>
          <p:cNvPr id="5" name="PlaceHolder 4"/>
          <p:cNvSpPr>
            <a:spLocks noGrp="1"/>
          </p:cNvSpPr>
          <p:nvPr>
            <p:ph type="sldNum" idx="9"/>
          </p:nvPr>
        </p:nvSpPr>
        <p:spPr/>
        <p:txBody>
          <a:bodyPr/>
          <a:p>
            <a:fld id="{714198BF-9F8A-4588-9A75-267F00B8ED06}" type="slidenum">
              <a:t>&lt;#&gt;</a:t>
            </a:fld>
          </a:p>
        </p:txBody>
      </p:sp>
      <p:sp>
        <p:nvSpPr>
          <p:cNvPr id="6" name="PlaceHolder 5"/>
          <p:cNvSpPr>
            <a:spLocks noGrp="1"/>
          </p:cNvSpPr>
          <p:nvPr>
            <p:ph type="dt" idx="7"/>
          </p:nvPr>
        </p:nvSpPr>
        <p:spPr/>
        <p:txBody>
          <a:bodyPr/>
          <a:p>
            <a:r>
              <a:rPr lang="en-US"/>
              <a:t/>
            </a: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1"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92" name="PlaceHolder 2"/>
          <p:cNvSpPr>
            <a:spLocks noGrp="1"/>
          </p:cNvSpPr>
          <p:nvPr>
            <p:ph/>
          </p:nvPr>
        </p:nvSpPr>
        <p:spPr>
          <a:xfrm>
            <a:off x="457200" y="1600200"/>
            <a:ext cx="4015800" cy="4525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93" name="PlaceHolder 3"/>
          <p:cNvSpPr>
            <a:spLocks noGrp="1"/>
          </p:cNvSpPr>
          <p:nvPr>
            <p:ph/>
          </p:nvPr>
        </p:nvSpPr>
        <p:spPr>
          <a:xfrm>
            <a:off x="4674240" y="1600200"/>
            <a:ext cx="4015800" cy="4525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5" name="PlaceHolder 4"/>
          <p:cNvSpPr>
            <a:spLocks noGrp="1"/>
          </p:cNvSpPr>
          <p:nvPr>
            <p:ph type="ftr" idx="8"/>
          </p:nvPr>
        </p:nvSpPr>
        <p:spPr/>
        <p:txBody>
          <a:bodyPr/>
          <a:p>
            <a:r>
              <a:t>Footer</a:t>
            </a:r>
          </a:p>
        </p:txBody>
      </p:sp>
      <p:sp>
        <p:nvSpPr>
          <p:cNvPr id="6" name="PlaceHolder 5"/>
          <p:cNvSpPr>
            <a:spLocks noGrp="1"/>
          </p:cNvSpPr>
          <p:nvPr>
            <p:ph type="sldNum" idx="9"/>
          </p:nvPr>
        </p:nvSpPr>
        <p:spPr/>
        <p:txBody>
          <a:bodyPr/>
          <a:p>
            <a:fld id="{4E2BB007-4BB4-47B4-9E90-F0BF4AEA30BA}" type="slidenum">
              <a:t>&lt;#&gt;</a:t>
            </a:fld>
          </a:p>
        </p:txBody>
      </p:sp>
      <p:sp>
        <p:nvSpPr>
          <p:cNvPr id="7" name="PlaceHolder 6"/>
          <p:cNvSpPr>
            <a:spLocks noGrp="1"/>
          </p:cNvSpPr>
          <p:nvPr>
            <p:ph type="dt" idx="7"/>
          </p:nvPr>
        </p:nvSpPr>
        <p:spPr/>
        <p:txBody>
          <a:bodyPr/>
          <a:p>
            <a:r>
              <a:rPr lang="en-US"/>
              <a:t/>
            </a: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4"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3" name="PlaceHolder 2"/>
          <p:cNvSpPr>
            <a:spLocks noGrp="1"/>
          </p:cNvSpPr>
          <p:nvPr>
            <p:ph type="ftr" idx="8"/>
          </p:nvPr>
        </p:nvSpPr>
        <p:spPr/>
        <p:txBody>
          <a:bodyPr/>
          <a:p>
            <a:r>
              <a:t>Footer</a:t>
            </a:r>
          </a:p>
        </p:txBody>
      </p:sp>
      <p:sp>
        <p:nvSpPr>
          <p:cNvPr id="4" name="PlaceHolder 3"/>
          <p:cNvSpPr>
            <a:spLocks noGrp="1"/>
          </p:cNvSpPr>
          <p:nvPr>
            <p:ph type="sldNum" idx="9"/>
          </p:nvPr>
        </p:nvSpPr>
        <p:spPr/>
        <p:txBody>
          <a:bodyPr/>
          <a:p>
            <a:fld id="{F8E00911-47B5-4448-93F2-3EBBF7132DEB}" type="slidenum">
              <a:t>&lt;#&gt;</a:t>
            </a:fld>
          </a:p>
        </p:txBody>
      </p:sp>
      <p:sp>
        <p:nvSpPr>
          <p:cNvPr id="5" name="PlaceHolder 4"/>
          <p:cNvSpPr>
            <a:spLocks noGrp="1"/>
          </p:cNvSpPr>
          <p:nvPr>
            <p:ph type="dt" idx="7"/>
          </p:nvPr>
        </p:nvSpPr>
        <p:spPr/>
        <p:txBody>
          <a:bodyPr/>
          <a:p>
            <a:r>
              <a:rPr lang="en-US"/>
              <a:t/>
            </a: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95" name="PlaceHolder 1"/>
          <p:cNvSpPr>
            <a:spLocks noGrp="1"/>
          </p:cNvSpPr>
          <p:nvPr>
            <p:ph type="subTitle"/>
          </p:nvPr>
        </p:nvSpPr>
        <p:spPr>
          <a:xfrm>
            <a:off x="457200" y="274680"/>
            <a:ext cx="8229240" cy="52977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8"/>
          </p:nvPr>
        </p:nvSpPr>
        <p:spPr/>
        <p:txBody>
          <a:bodyPr/>
          <a:p>
            <a:r>
              <a:t>Footer</a:t>
            </a:r>
          </a:p>
        </p:txBody>
      </p:sp>
      <p:sp>
        <p:nvSpPr>
          <p:cNvPr id="4" name="PlaceHolder 3"/>
          <p:cNvSpPr>
            <a:spLocks noGrp="1"/>
          </p:cNvSpPr>
          <p:nvPr>
            <p:ph type="sldNum" idx="9"/>
          </p:nvPr>
        </p:nvSpPr>
        <p:spPr/>
        <p:txBody>
          <a:bodyPr/>
          <a:p>
            <a:fld id="{285BE85D-424F-470E-AA22-D33A7F61C822}" type="slidenum">
              <a:t>&lt;#&gt;</a:t>
            </a:fld>
          </a:p>
        </p:txBody>
      </p:sp>
      <p:sp>
        <p:nvSpPr>
          <p:cNvPr id="5" name="PlaceHolder 4"/>
          <p:cNvSpPr>
            <a:spLocks noGrp="1"/>
          </p:cNvSpPr>
          <p:nvPr>
            <p:ph type="dt" idx="7"/>
          </p:nvPr>
        </p:nvSpPr>
        <p:spPr/>
        <p:txBody>
          <a:bodyPr/>
          <a:p>
            <a:r>
              <a:rPr lang="en-US"/>
              <a:t/>
            </a: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96"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97" name="PlaceHolder 2"/>
          <p:cNvSpPr>
            <a:spLocks noGrp="1"/>
          </p:cNvSpPr>
          <p:nvPr>
            <p:ph/>
          </p:nvPr>
        </p:nvSpPr>
        <p:spPr>
          <a:xfrm>
            <a:off x="457200" y="160020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98" name="PlaceHolder 3"/>
          <p:cNvSpPr>
            <a:spLocks noGrp="1"/>
          </p:cNvSpPr>
          <p:nvPr>
            <p:ph/>
          </p:nvPr>
        </p:nvSpPr>
        <p:spPr>
          <a:xfrm>
            <a:off x="4674240" y="1600200"/>
            <a:ext cx="4015800" cy="4525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99" name="PlaceHolder 4"/>
          <p:cNvSpPr>
            <a:spLocks noGrp="1"/>
          </p:cNvSpPr>
          <p:nvPr>
            <p:ph/>
          </p:nvPr>
        </p:nvSpPr>
        <p:spPr>
          <a:xfrm>
            <a:off x="457200" y="396432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 name="PlaceHolder 5"/>
          <p:cNvSpPr>
            <a:spLocks noGrp="1"/>
          </p:cNvSpPr>
          <p:nvPr>
            <p:ph type="ftr" idx="8"/>
          </p:nvPr>
        </p:nvSpPr>
        <p:spPr/>
        <p:txBody>
          <a:bodyPr/>
          <a:p>
            <a:r>
              <a:t>Footer</a:t>
            </a:r>
          </a:p>
        </p:txBody>
      </p:sp>
      <p:sp>
        <p:nvSpPr>
          <p:cNvPr id="7" name="PlaceHolder 6"/>
          <p:cNvSpPr>
            <a:spLocks noGrp="1"/>
          </p:cNvSpPr>
          <p:nvPr>
            <p:ph type="sldNum" idx="9"/>
          </p:nvPr>
        </p:nvSpPr>
        <p:spPr/>
        <p:txBody>
          <a:bodyPr/>
          <a:p>
            <a:fld id="{A3E52B15-365B-4419-9972-A8393EC14BFF}" type="slidenum">
              <a:t>&lt;#&gt;</a:t>
            </a:fld>
          </a:p>
        </p:txBody>
      </p:sp>
      <p:sp>
        <p:nvSpPr>
          <p:cNvPr id="8" name="PlaceHolder 7"/>
          <p:cNvSpPr>
            <a:spLocks noGrp="1"/>
          </p:cNvSpPr>
          <p:nvPr>
            <p:ph type="dt" idx="7"/>
          </p:nvPr>
        </p:nvSpPr>
        <p:spPr/>
        <p:txBody>
          <a:bodyPr/>
          <a:p>
            <a:r>
              <a:rPr lang="en-US"/>
              <a:t/>
            </a: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00"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01" name="PlaceHolder 2"/>
          <p:cNvSpPr>
            <a:spLocks noGrp="1"/>
          </p:cNvSpPr>
          <p:nvPr>
            <p:ph/>
          </p:nvPr>
        </p:nvSpPr>
        <p:spPr>
          <a:xfrm>
            <a:off x="457200" y="1600200"/>
            <a:ext cx="4015800" cy="4525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02" name="PlaceHolder 3"/>
          <p:cNvSpPr>
            <a:spLocks noGrp="1"/>
          </p:cNvSpPr>
          <p:nvPr>
            <p:ph/>
          </p:nvPr>
        </p:nvSpPr>
        <p:spPr>
          <a:xfrm>
            <a:off x="4674240" y="160020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03" name="PlaceHolder 4"/>
          <p:cNvSpPr>
            <a:spLocks noGrp="1"/>
          </p:cNvSpPr>
          <p:nvPr>
            <p:ph/>
          </p:nvPr>
        </p:nvSpPr>
        <p:spPr>
          <a:xfrm>
            <a:off x="4674240" y="396432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 name="PlaceHolder 5"/>
          <p:cNvSpPr>
            <a:spLocks noGrp="1"/>
          </p:cNvSpPr>
          <p:nvPr>
            <p:ph type="ftr" idx="8"/>
          </p:nvPr>
        </p:nvSpPr>
        <p:spPr/>
        <p:txBody>
          <a:bodyPr/>
          <a:p>
            <a:r>
              <a:t>Footer</a:t>
            </a:r>
          </a:p>
        </p:txBody>
      </p:sp>
      <p:sp>
        <p:nvSpPr>
          <p:cNvPr id="7" name="PlaceHolder 6"/>
          <p:cNvSpPr>
            <a:spLocks noGrp="1"/>
          </p:cNvSpPr>
          <p:nvPr>
            <p:ph type="sldNum" idx="9"/>
          </p:nvPr>
        </p:nvSpPr>
        <p:spPr/>
        <p:txBody>
          <a:bodyPr/>
          <a:p>
            <a:fld id="{F807644D-6840-414B-8B20-F93970EFF67C}" type="slidenum">
              <a:t>&lt;#&gt;</a:t>
            </a:fld>
          </a:p>
        </p:txBody>
      </p:sp>
      <p:sp>
        <p:nvSpPr>
          <p:cNvPr id="8" name="PlaceHolder 7"/>
          <p:cNvSpPr>
            <a:spLocks noGrp="1"/>
          </p:cNvSpPr>
          <p:nvPr>
            <p:ph type="dt" idx="7"/>
          </p:nvPr>
        </p:nvSpPr>
        <p:spPr/>
        <p:txBody>
          <a:bodyPr/>
          <a:p>
            <a:r>
              <a:rPr lang="en-US"/>
              <a:t/>
            </a: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04"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05" name="PlaceHolder 2"/>
          <p:cNvSpPr>
            <a:spLocks noGrp="1"/>
          </p:cNvSpPr>
          <p:nvPr>
            <p:ph/>
          </p:nvPr>
        </p:nvSpPr>
        <p:spPr>
          <a:xfrm>
            <a:off x="457200" y="160020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06" name="PlaceHolder 3"/>
          <p:cNvSpPr>
            <a:spLocks noGrp="1"/>
          </p:cNvSpPr>
          <p:nvPr>
            <p:ph/>
          </p:nvPr>
        </p:nvSpPr>
        <p:spPr>
          <a:xfrm>
            <a:off x="4674240" y="160020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07" name="PlaceHolder 4"/>
          <p:cNvSpPr>
            <a:spLocks noGrp="1"/>
          </p:cNvSpPr>
          <p:nvPr>
            <p:ph/>
          </p:nvPr>
        </p:nvSpPr>
        <p:spPr>
          <a:xfrm>
            <a:off x="457200" y="3964320"/>
            <a:ext cx="822924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 name="PlaceHolder 5"/>
          <p:cNvSpPr>
            <a:spLocks noGrp="1"/>
          </p:cNvSpPr>
          <p:nvPr>
            <p:ph type="ftr" idx="8"/>
          </p:nvPr>
        </p:nvSpPr>
        <p:spPr/>
        <p:txBody>
          <a:bodyPr/>
          <a:p>
            <a:r>
              <a:t>Footer</a:t>
            </a:r>
          </a:p>
        </p:txBody>
      </p:sp>
      <p:sp>
        <p:nvSpPr>
          <p:cNvPr id="7" name="PlaceHolder 6"/>
          <p:cNvSpPr>
            <a:spLocks noGrp="1"/>
          </p:cNvSpPr>
          <p:nvPr>
            <p:ph type="sldNum" idx="9"/>
          </p:nvPr>
        </p:nvSpPr>
        <p:spPr/>
        <p:txBody>
          <a:bodyPr/>
          <a:p>
            <a:fld id="{FC7BF5D0-B24F-4B41-A789-B942EF2EE3A7}" type="slidenum">
              <a:t>&lt;#&gt;</a:t>
            </a:fld>
          </a:p>
        </p:txBody>
      </p:sp>
      <p:sp>
        <p:nvSpPr>
          <p:cNvPr id="8" name="PlaceHolder 7"/>
          <p:cNvSpPr>
            <a:spLocks noGrp="1"/>
          </p:cNvSpPr>
          <p:nvPr>
            <p:ph type="dt" idx="7"/>
          </p:nvPr>
        </p:nvSpPr>
        <p:spPr/>
        <p:txBody>
          <a:bodyPr/>
          <a:p>
            <a:r>
              <a:rPr lang="en-US"/>
              <a:t/>
            </a: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08"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09" name="PlaceHolder 2"/>
          <p:cNvSpPr>
            <a:spLocks noGrp="1"/>
          </p:cNvSpPr>
          <p:nvPr>
            <p:ph/>
          </p:nvPr>
        </p:nvSpPr>
        <p:spPr>
          <a:xfrm>
            <a:off x="457200" y="1600200"/>
            <a:ext cx="822924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10" name="PlaceHolder 3"/>
          <p:cNvSpPr>
            <a:spLocks noGrp="1"/>
          </p:cNvSpPr>
          <p:nvPr>
            <p:ph/>
          </p:nvPr>
        </p:nvSpPr>
        <p:spPr>
          <a:xfrm>
            <a:off x="457200" y="3964320"/>
            <a:ext cx="822924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5" name="PlaceHolder 4"/>
          <p:cNvSpPr>
            <a:spLocks noGrp="1"/>
          </p:cNvSpPr>
          <p:nvPr>
            <p:ph type="ftr" idx="8"/>
          </p:nvPr>
        </p:nvSpPr>
        <p:spPr/>
        <p:txBody>
          <a:bodyPr/>
          <a:p>
            <a:r>
              <a:t>Footer</a:t>
            </a:r>
          </a:p>
        </p:txBody>
      </p:sp>
      <p:sp>
        <p:nvSpPr>
          <p:cNvPr id="6" name="PlaceHolder 5"/>
          <p:cNvSpPr>
            <a:spLocks noGrp="1"/>
          </p:cNvSpPr>
          <p:nvPr>
            <p:ph type="sldNum" idx="9"/>
          </p:nvPr>
        </p:nvSpPr>
        <p:spPr/>
        <p:txBody>
          <a:bodyPr/>
          <a:p>
            <a:fld id="{1C9806B7-CF99-47EB-AF1F-C76230B881A5}" type="slidenum">
              <a:t>&lt;#&gt;</a:t>
            </a:fld>
          </a:p>
        </p:txBody>
      </p:sp>
      <p:sp>
        <p:nvSpPr>
          <p:cNvPr id="7" name="PlaceHolder 6"/>
          <p:cNvSpPr>
            <a:spLocks noGrp="1"/>
          </p:cNvSpPr>
          <p:nvPr>
            <p:ph type="dt" idx="7"/>
          </p:nvPr>
        </p:nvSpPr>
        <p:spPr/>
        <p:txBody>
          <a:bodyPr/>
          <a:p>
            <a:r>
              <a:rPr lang="en-US"/>
              <a:t/>
            </a: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11"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12" name="PlaceHolder 2"/>
          <p:cNvSpPr>
            <a:spLocks noGrp="1"/>
          </p:cNvSpPr>
          <p:nvPr>
            <p:ph/>
          </p:nvPr>
        </p:nvSpPr>
        <p:spPr>
          <a:xfrm>
            <a:off x="457200" y="160020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13" name="PlaceHolder 3"/>
          <p:cNvSpPr>
            <a:spLocks noGrp="1"/>
          </p:cNvSpPr>
          <p:nvPr>
            <p:ph/>
          </p:nvPr>
        </p:nvSpPr>
        <p:spPr>
          <a:xfrm>
            <a:off x="4674240" y="160020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14" name="PlaceHolder 4"/>
          <p:cNvSpPr>
            <a:spLocks noGrp="1"/>
          </p:cNvSpPr>
          <p:nvPr>
            <p:ph/>
          </p:nvPr>
        </p:nvSpPr>
        <p:spPr>
          <a:xfrm>
            <a:off x="457200" y="396432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15" name="PlaceHolder 5"/>
          <p:cNvSpPr>
            <a:spLocks noGrp="1"/>
          </p:cNvSpPr>
          <p:nvPr>
            <p:ph/>
          </p:nvPr>
        </p:nvSpPr>
        <p:spPr>
          <a:xfrm>
            <a:off x="4674240" y="396432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7" name="PlaceHolder 6"/>
          <p:cNvSpPr>
            <a:spLocks noGrp="1"/>
          </p:cNvSpPr>
          <p:nvPr>
            <p:ph type="ftr" idx="8"/>
          </p:nvPr>
        </p:nvSpPr>
        <p:spPr/>
        <p:txBody>
          <a:bodyPr/>
          <a:p>
            <a:r>
              <a:t>Footer</a:t>
            </a:r>
          </a:p>
        </p:txBody>
      </p:sp>
      <p:sp>
        <p:nvSpPr>
          <p:cNvPr id="8" name="PlaceHolder 7"/>
          <p:cNvSpPr>
            <a:spLocks noGrp="1"/>
          </p:cNvSpPr>
          <p:nvPr>
            <p:ph type="sldNum" idx="9"/>
          </p:nvPr>
        </p:nvSpPr>
        <p:spPr/>
        <p:txBody>
          <a:bodyPr/>
          <a:p>
            <a:fld id="{14D95DEF-02BB-44DD-AA78-717FF8E1E706}" type="slidenum">
              <a:t>&lt;#&gt;</a:t>
            </a:fld>
          </a:p>
        </p:txBody>
      </p:sp>
      <p:sp>
        <p:nvSpPr>
          <p:cNvPr id="9" name="PlaceHolder 8"/>
          <p:cNvSpPr>
            <a:spLocks noGrp="1"/>
          </p:cNvSpPr>
          <p:nvPr>
            <p:ph type="dt" idx="7"/>
          </p:nvPr>
        </p:nvSpPr>
        <p:spPr/>
        <p:txBody>
          <a:bodyPr/>
          <a:p>
            <a:r>
              <a:rPr lang="en-US"/>
              <a:t/>
            </a: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16"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17" name="PlaceHolder 2"/>
          <p:cNvSpPr>
            <a:spLocks noGrp="1"/>
          </p:cNvSpPr>
          <p:nvPr>
            <p:ph/>
          </p:nvPr>
        </p:nvSpPr>
        <p:spPr>
          <a:xfrm>
            <a:off x="457200" y="1600200"/>
            <a:ext cx="26496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18" name="PlaceHolder 3"/>
          <p:cNvSpPr>
            <a:spLocks noGrp="1"/>
          </p:cNvSpPr>
          <p:nvPr>
            <p:ph/>
          </p:nvPr>
        </p:nvSpPr>
        <p:spPr>
          <a:xfrm>
            <a:off x="3239640" y="1600200"/>
            <a:ext cx="26496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19" name="PlaceHolder 4"/>
          <p:cNvSpPr>
            <a:spLocks noGrp="1"/>
          </p:cNvSpPr>
          <p:nvPr>
            <p:ph/>
          </p:nvPr>
        </p:nvSpPr>
        <p:spPr>
          <a:xfrm>
            <a:off x="6022080" y="1600200"/>
            <a:ext cx="26496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20" name="PlaceHolder 5"/>
          <p:cNvSpPr>
            <a:spLocks noGrp="1"/>
          </p:cNvSpPr>
          <p:nvPr>
            <p:ph/>
          </p:nvPr>
        </p:nvSpPr>
        <p:spPr>
          <a:xfrm>
            <a:off x="457200" y="3964320"/>
            <a:ext cx="26496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21" name="PlaceHolder 6"/>
          <p:cNvSpPr>
            <a:spLocks noGrp="1"/>
          </p:cNvSpPr>
          <p:nvPr>
            <p:ph/>
          </p:nvPr>
        </p:nvSpPr>
        <p:spPr>
          <a:xfrm>
            <a:off x="3239640" y="3964320"/>
            <a:ext cx="26496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22" name="PlaceHolder 7"/>
          <p:cNvSpPr>
            <a:spLocks noGrp="1"/>
          </p:cNvSpPr>
          <p:nvPr>
            <p:ph/>
          </p:nvPr>
        </p:nvSpPr>
        <p:spPr>
          <a:xfrm>
            <a:off x="6022080" y="3964320"/>
            <a:ext cx="26496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9" name="PlaceHolder 8"/>
          <p:cNvSpPr>
            <a:spLocks noGrp="1"/>
          </p:cNvSpPr>
          <p:nvPr>
            <p:ph type="ftr" idx="8"/>
          </p:nvPr>
        </p:nvSpPr>
        <p:spPr/>
        <p:txBody>
          <a:bodyPr/>
          <a:p>
            <a:r>
              <a:t>Footer</a:t>
            </a:r>
          </a:p>
        </p:txBody>
      </p:sp>
      <p:sp>
        <p:nvSpPr>
          <p:cNvPr id="10" name="PlaceHolder 9"/>
          <p:cNvSpPr>
            <a:spLocks noGrp="1"/>
          </p:cNvSpPr>
          <p:nvPr>
            <p:ph type="sldNum" idx="9"/>
          </p:nvPr>
        </p:nvSpPr>
        <p:spPr/>
        <p:txBody>
          <a:bodyPr/>
          <a:p>
            <a:fld id="{A42A480F-39F0-4C8D-B6BC-B1C7490420C8}" type="slidenum">
              <a:t>&lt;#&gt;</a:t>
            </a:fld>
          </a:p>
        </p:txBody>
      </p:sp>
      <p:sp>
        <p:nvSpPr>
          <p:cNvPr id="11" name="PlaceHolder 10"/>
          <p:cNvSpPr>
            <a:spLocks noGrp="1"/>
          </p:cNvSpPr>
          <p:nvPr>
            <p:ph type="dt" idx="7"/>
          </p:nvPr>
        </p:nvSpPr>
        <p:spPr/>
        <p:txBody>
          <a:bodyPr/>
          <a:p>
            <a:r>
              <a:rPr lang="en-US"/>
              <a:t/>
            </a: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1"/>
          </p:nvPr>
        </p:nvSpPr>
        <p:spPr/>
        <p:txBody>
          <a:bodyPr/>
          <a:p>
            <a:r>
              <a:t>Footer</a:t>
            </a:r>
          </a:p>
        </p:txBody>
      </p:sp>
      <p:sp>
        <p:nvSpPr>
          <p:cNvPr id="3" name="PlaceHolder 2"/>
          <p:cNvSpPr>
            <a:spLocks noGrp="1"/>
          </p:cNvSpPr>
          <p:nvPr>
            <p:ph type="sldNum" idx="12"/>
          </p:nvPr>
        </p:nvSpPr>
        <p:spPr/>
        <p:txBody>
          <a:bodyPr/>
          <a:p>
            <a:fld id="{16AD315A-54D4-4BF4-91E7-5B2A580F6AD6}" type="slidenum">
              <a:t>&lt;#&gt;</a:t>
            </a:fld>
          </a:p>
        </p:txBody>
      </p:sp>
      <p:sp>
        <p:nvSpPr>
          <p:cNvPr id="4" name="PlaceHolder 3"/>
          <p:cNvSpPr>
            <a:spLocks noGrp="1"/>
          </p:cNvSpPr>
          <p:nvPr>
            <p:ph type="dt" idx="10"/>
          </p:nvPr>
        </p:nvSpPr>
        <p:spPr/>
        <p:txBody>
          <a:bodyPr/>
          <a:p>
            <a:r>
              <a:rPr lang="en-US"/>
              <a:t/>
            </a:r>
          </a:p>
        </p:txBody>
      </p:sp>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28"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29" name="PlaceHolder 2"/>
          <p:cNvSpPr>
            <a:spLocks noGrp="1"/>
          </p:cNvSpPr>
          <p:nvPr>
            <p:ph type="subTitle"/>
          </p:nvPr>
        </p:nvSpPr>
        <p:spPr>
          <a:xfrm>
            <a:off x="457200" y="1600200"/>
            <a:ext cx="8229240" cy="45255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E46A2D14-2541-401D-99C4-3EC00A6AB95A}" type="slidenum">
              <a:t>&lt;#&gt;</a:t>
            </a:fld>
          </a:p>
        </p:txBody>
      </p:sp>
      <p:sp>
        <p:nvSpPr>
          <p:cNvPr id="6" name="PlaceHolder 5"/>
          <p:cNvSpPr>
            <a:spLocks noGrp="1"/>
          </p:cNvSpPr>
          <p:nvPr>
            <p:ph type="dt" idx="10"/>
          </p:nvPr>
        </p:nvSpPr>
        <p:spPr/>
        <p:txBody>
          <a:bodyPr/>
          <a:p>
            <a:r>
              <a:rPr lang="en-US"/>
              <a:t/>
            </a: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30"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31" name="PlaceHolder 2"/>
          <p:cNvSpPr>
            <a:spLocks noGrp="1"/>
          </p:cNvSpPr>
          <p:nvPr>
            <p:ph/>
          </p:nvPr>
        </p:nvSpPr>
        <p:spPr>
          <a:xfrm>
            <a:off x="457200" y="1600200"/>
            <a:ext cx="8229240" cy="4525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80273F88-4C74-490D-A8F7-8C8313E140E1}" type="slidenum">
              <a:t>&lt;#&gt;</a:t>
            </a:fld>
          </a:p>
        </p:txBody>
      </p:sp>
      <p:sp>
        <p:nvSpPr>
          <p:cNvPr id="6" name="PlaceHolder 5"/>
          <p:cNvSpPr>
            <a:spLocks noGrp="1"/>
          </p:cNvSpPr>
          <p:nvPr>
            <p:ph type="dt" idx="10"/>
          </p:nvPr>
        </p:nvSpPr>
        <p:spPr/>
        <p:txBody>
          <a:bodyPr/>
          <a:p>
            <a:r>
              <a:rPr lang="en-US"/>
              <a:t/>
            </a: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32"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33" name="PlaceHolder 2"/>
          <p:cNvSpPr>
            <a:spLocks noGrp="1"/>
          </p:cNvSpPr>
          <p:nvPr>
            <p:ph/>
          </p:nvPr>
        </p:nvSpPr>
        <p:spPr>
          <a:xfrm>
            <a:off x="457200" y="1600200"/>
            <a:ext cx="4015800" cy="4525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34" name="PlaceHolder 3"/>
          <p:cNvSpPr>
            <a:spLocks noGrp="1"/>
          </p:cNvSpPr>
          <p:nvPr>
            <p:ph/>
          </p:nvPr>
        </p:nvSpPr>
        <p:spPr>
          <a:xfrm>
            <a:off x="4674240" y="1600200"/>
            <a:ext cx="4015800" cy="4525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5" name="PlaceHolder 4"/>
          <p:cNvSpPr>
            <a:spLocks noGrp="1"/>
          </p:cNvSpPr>
          <p:nvPr>
            <p:ph type="ftr" idx="11"/>
          </p:nvPr>
        </p:nvSpPr>
        <p:spPr/>
        <p:txBody>
          <a:bodyPr/>
          <a:p>
            <a:r>
              <a:t>Footer</a:t>
            </a:r>
          </a:p>
        </p:txBody>
      </p:sp>
      <p:sp>
        <p:nvSpPr>
          <p:cNvPr id="6" name="PlaceHolder 5"/>
          <p:cNvSpPr>
            <a:spLocks noGrp="1"/>
          </p:cNvSpPr>
          <p:nvPr>
            <p:ph type="sldNum" idx="12"/>
          </p:nvPr>
        </p:nvSpPr>
        <p:spPr/>
        <p:txBody>
          <a:bodyPr/>
          <a:p>
            <a:fld id="{54E1ED13-3E93-4F85-9014-197F16BFF9D2}" type="slidenum">
              <a:t>&lt;#&gt;</a:t>
            </a:fld>
          </a:p>
        </p:txBody>
      </p:sp>
      <p:sp>
        <p:nvSpPr>
          <p:cNvPr id="7" name="PlaceHolder 6"/>
          <p:cNvSpPr>
            <a:spLocks noGrp="1"/>
          </p:cNvSpPr>
          <p:nvPr>
            <p:ph type="dt" idx="10"/>
          </p:nvPr>
        </p:nvSpPr>
        <p:spPr/>
        <p:txBody>
          <a:bodyPr/>
          <a:p>
            <a:r>
              <a:rPr lang="en-US"/>
              <a:t/>
            </a: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35"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3" name="PlaceHolder 2"/>
          <p:cNvSpPr>
            <a:spLocks noGrp="1"/>
          </p:cNvSpPr>
          <p:nvPr>
            <p:ph type="ftr" idx="11"/>
          </p:nvPr>
        </p:nvSpPr>
        <p:spPr/>
        <p:txBody>
          <a:bodyPr/>
          <a:p>
            <a:r>
              <a:t>Footer</a:t>
            </a:r>
          </a:p>
        </p:txBody>
      </p:sp>
      <p:sp>
        <p:nvSpPr>
          <p:cNvPr id="4" name="PlaceHolder 3"/>
          <p:cNvSpPr>
            <a:spLocks noGrp="1"/>
          </p:cNvSpPr>
          <p:nvPr>
            <p:ph type="sldNum" idx="12"/>
          </p:nvPr>
        </p:nvSpPr>
        <p:spPr/>
        <p:txBody>
          <a:bodyPr/>
          <a:p>
            <a:fld id="{608C224D-38AA-48C1-B8BC-27CCC8CB1183}" type="slidenum">
              <a:t>&lt;#&gt;</a:t>
            </a:fld>
          </a:p>
        </p:txBody>
      </p:sp>
      <p:sp>
        <p:nvSpPr>
          <p:cNvPr id="5" name="PlaceHolder 4"/>
          <p:cNvSpPr>
            <a:spLocks noGrp="1"/>
          </p:cNvSpPr>
          <p:nvPr>
            <p:ph type="dt" idx="10"/>
          </p:nvPr>
        </p:nvSpPr>
        <p:spPr/>
        <p:txBody>
          <a:bodyPr/>
          <a:p>
            <a:r>
              <a:rPr lang="en-US"/>
              <a:t/>
            </a: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36" name="PlaceHolder 1"/>
          <p:cNvSpPr>
            <a:spLocks noGrp="1"/>
          </p:cNvSpPr>
          <p:nvPr>
            <p:ph type="subTitle"/>
          </p:nvPr>
        </p:nvSpPr>
        <p:spPr>
          <a:xfrm>
            <a:off x="457200" y="274680"/>
            <a:ext cx="8229240" cy="52977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11"/>
          </p:nvPr>
        </p:nvSpPr>
        <p:spPr/>
        <p:txBody>
          <a:bodyPr/>
          <a:p>
            <a:r>
              <a:t>Footer</a:t>
            </a:r>
          </a:p>
        </p:txBody>
      </p:sp>
      <p:sp>
        <p:nvSpPr>
          <p:cNvPr id="4" name="PlaceHolder 3"/>
          <p:cNvSpPr>
            <a:spLocks noGrp="1"/>
          </p:cNvSpPr>
          <p:nvPr>
            <p:ph type="sldNum" idx="12"/>
          </p:nvPr>
        </p:nvSpPr>
        <p:spPr/>
        <p:txBody>
          <a:bodyPr/>
          <a:p>
            <a:fld id="{05DC6203-EA59-45D9-B02B-522FEDC17734}" type="slidenum">
              <a:t>&lt;#&gt;</a:t>
            </a:fld>
          </a:p>
        </p:txBody>
      </p:sp>
      <p:sp>
        <p:nvSpPr>
          <p:cNvPr id="5" name="PlaceHolder 4"/>
          <p:cNvSpPr>
            <a:spLocks noGrp="1"/>
          </p:cNvSpPr>
          <p:nvPr>
            <p:ph type="dt" idx="10"/>
          </p:nvPr>
        </p:nvSpPr>
        <p:spPr/>
        <p:txBody>
          <a:bodyPr/>
          <a:p>
            <a:r>
              <a:rPr lang="en-US"/>
              <a:t/>
            </a: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37"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38" name="PlaceHolder 2"/>
          <p:cNvSpPr>
            <a:spLocks noGrp="1"/>
          </p:cNvSpPr>
          <p:nvPr>
            <p:ph/>
          </p:nvPr>
        </p:nvSpPr>
        <p:spPr>
          <a:xfrm>
            <a:off x="457200" y="160020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39" name="PlaceHolder 3"/>
          <p:cNvSpPr>
            <a:spLocks noGrp="1"/>
          </p:cNvSpPr>
          <p:nvPr>
            <p:ph/>
          </p:nvPr>
        </p:nvSpPr>
        <p:spPr>
          <a:xfrm>
            <a:off x="4674240" y="1600200"/>
            <a:ext cx="4015800" cy="4525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40" name="PlaceHolder 4"/>
          <p:cNvSpPr>
            <a:spLocks noGrp="1"/>
          </p:cNvSpPr>
          <p:nvPr>
            <p:ph/>
          </p:nvPr>
        </p:nvSpPr>
        <p:spPr>
          <a:xfrm>
            <a:off x="457200" y="396432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 name="PlaceHolder 5"/>
          <p:cNvSpPr>
            <a:spLocks noGrp="1"/>
          </p:cNvSpPr>
          <p:nvPr>
            <p:ph type="ftr" idx="11"/>
          </p:nvPr>
        </p:nvSpPr>
        <p:spPr/>
        <p:txBody>
          <a:bodyPr/>
          <a:p>
            <a:r>
              <a:t>Footer</a:t>
            </a:r>
          </a:p>
        </p:txBody>
      </p:sp>
      <p:sp>
        <p:nvSpPr>
          <p:cNvPr id="7" name="PlaceHolder 6"/>
          <p:cNvSpPr>
            <a:spLocks noGrp="1"/>
          </p:cNvSpPr>
          <p:nvPr>
            <p:ph type="sldNum" idx="12"/>
          </p:nvPr>
        </p:nvSpPr>
        <p:spPr/>
        <p:txBody>
          <a:bodyPr/>
          <a:p>
            <a:fld id="{43EC5D8E-19B1-45EF-9F4D-B9E3496A7A6C}" type="slidenum">
              <a:t>&lt;#&gt;</a:t>
            </a:fld>
          </a:p>
        </p:txBody>
      </p:sp>
      <p:sp>
        <p:nvSpPr>
          <p:cNvPr id="8" name="PlaceHolder 7"/>
          <p:cNvSpPr>
            <a:spLocks noGrp="1"/>
          </p:cNvSpPr>
          <p:nvPr>
            <p:ph type="dt" idx="10"/>
          </p:nvPr>
        </p:nvSpPr>
        <p:spPr/>
        <p:txBody>
          <a:bodyPr/>
          <a:p>
            <a:r>
              <a:rPr lang="en-US"/>
              <a:t/>
            </a: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41"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42" name="PlaceHolder 2"/>
          <p:cNvSpPr>
            <a:spLocks noGrp="1"/>
          </p:cNvSpPr>
          <p:nvPr>
            <p:ph/>
          </p:nvPr>
        </p:nvSpPr>
        <p:spPr>
          <a:xfrm>
            <a:off x="457200" y="1600200"/>
            <a:ext cx="4015800" cy="4525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43" name="PlaceHolder 3"/>
          <p:cNvSpPr>
            <a:spLocks noGrp="1"/>
          </p:cNvSpPr>
          <p:nvPr>
            <p:ph/>
          </p:nvPr>
        </p:nvSpPr>
        <p:spPr>
          <a:xfrm>
            <a:off x="4674240" y="160020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44" name="PlaceHolder 4"/>
          <p:cNvSpPr>
            <a:spLocks noGrp="1"/>
          </p:cNvSpPr>
          <p:nvPr>
            <p:ph/>
          </p:nvPr>
        </p:nvSpPr>
        <p:spPr>
          <a:xfrm>
            <a:off x="4674240" y="396432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 name="PlaceHolder 5"/>
          <p:cNvSpPr>
            <a:spLocks noGrp="1"/>
          </p:cNvSpPr>
          <p:nvPr>
            <p:ph type="ftr" idx="11"/>
          </p:nvPr>
        </p:nvSpPr>
        <p:spPr/>
        <p:txBody>
          <a:bodyPr/>
          <a:p>
            <a:r>
              <a:t>Footer</a:t>
            </a:r>
          </a:p>
        </p:txBody>
      </p:sp>
      <p:sp>
        <p:nvSpPr>
          <p:cNvPr id="7" name="PlaceHolder 6"/>
          <p:cNvSpPr>
            <a:spLocks noGrp="1"/>
          </p:cNvSpPr>
          <p:nvPr>
            <p:ph type="sldNum" idx="12"/>
          </p:nvPr>
        </p:nvSpPr>
        <p:spPr/>
        <p:txBody>
          <a:bodyPr/>
          <a:p>
            <a:fld id="{8AD54145-C789-4C61-9359-2D388C566BE8}" type="slidenum">
              <a:t>&lt;#&gt;</a:t>
            </a:fld>
          </a:p>
        </p:txBody>
      </p:sp>
      <p:sp>
        <p:nvSpPr>
          <p:cNvPr id="8" name="PlaceHolder 7"/>
          <p:cNvSpPr>
            <a:spLocks noGrp="1"/>
          </p:cNvSpPr>
          <p:nvPr>
            <p:ph type="dt" idx="10"/>
          </p:nvPr>
        </p:nvSpPr>
        <p:spPr/>
        <p:txBody>
          <a:bodyPr/>
          <a:p>
            <a:r>
              <a:rPr lang="en-US"/>
              <a:t/>
            </a: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45"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46" name="PlaceHolder 2"/>
          <p:cNvSpPr>
            <a:spLocks noGrp="1"/>
          </p:cNvSpPr>
          <p:nvPr>
            <p:ph/>
          </p:nvPr>
        </p:nvSpPr>
        <p:spPr>
          <a:xfrm>
            <a:off x="457200" y="160020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47" name="PlaceHolder 3"/>
          <p:cNvSpPr>
            <a:spLocks noGrp="1"/>
          </p:cNvSpPr>
          <p:nvPr>
            <p:ph/>
          </p:nvPr>
        </p:nvSpPr>
        <p:spPr>
          <a:xfrm>
            <a:off x="4674240" y="160020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48" name="PlaceHolder 4"/>
          <p:cNvSpPr>
            <a:spLocks noGrp="1"/>
          </p:cNvSpPr>
          <p:nvPr>
            <p:ph/>
          </p:nvPr>
        </p:nvSpPr>
        <p:spPr>
          <a:xfrm>
            <a:off x="457200" y="3964320"/>
            <a:ext cx="822924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 name="PlaceHolder 5"/>
          <p:cNvSpPr>
            <a:spLocks noGrp="1"/>
          </p:cNvSpPr>
          <p:nvPr>
            <p:ph type="ftr" idx="11"/>
          </p:nvPr>
        </p:nvSpPr>
        <p:spPr/>
        <p:txBody>
          <a:bodyPr/>
          <a:p>
            <a:r>
              <a:t>Footer</a:t>
            </a:r>
          </a:p>
        </p:txBody>
      </p:sp>
      <p:sp>
        <p:nvSpPr>
          <p:cNvPr id="7" name="PlaceHolder 6"/>
          <p:cNvSpPr>
            <a:spLocks noGrp="1"/>
          </p:cNvSpPr>
          <p:nvPr>
            <p:ph type="sldNum" idx="12"/>
          </p:nvPr>
        </p:nvSpPr>
        <p:spPr/>
        <p:txBody>
          <a:bodyPr/>
          <a:p>
            <a:fld id="{673A8C88-6250-4F6F-BE88-A8357A5C2AE4}" type="slidenum">
              <a:t>&lt;#&gt;</a:t>
            </a:fld>
          </a:p>
        </p:txBody>
      </p:sp>
      <p:sp>
        <p:nvSpPr>
          <p:cNvPr id="8" name="PlaceHolder 7"/>
          <p:cNvSpPr>
            <a:spLocks noGrp="1"/>
          </p:cNvSpPr>
          <p:nvPr>
            <p:ph type="dt" idx="10"/>
          </p:nvPr>
        </p:nvSpPr>
        <p:spPr/>
        <p:txBody>
          <a:bodyPr/>
          <a:p>
            <a:r>
              <a:rPr lang="en-US"/>
              <a:t/>
            </a: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49"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50" name="PlaceHolder 2"/>
          <p:cNvSpPr>
            <a:spLocks noGrp="1"/>
          </p:cNvSpPr>
          <p:nvPr>
            <p:ph/>
          </p:nvPr>
        </p:nvSpPr>
        <p:spPr>
          <a:xfrm>
            <a:off x="457200" y="1600200"/>
            <a:ext cx="822924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51" name="PlaceHolder 3"/>
          <p:cNvSpPr>
            <a:spLocks noGrp="1"/>
          </p:cNvSpPr>
          <p:nvPr>
            <p:ph/>
          </p:nvPr>
        </p:nvSpPr>
        <p:spPr>
          <a:xfrm>
            <a:off x="457200" y="3964320"/>
            <a:ext cx="822924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5" name="PlaceHolder 4"/>
          <p:cNvSpPr>
            <a:spLocks noGrp="1"/>
          </p:cNvSpPr>
          <p:nvPr>
            <p:ph type="ftr" idx="11"/>
          </p:nvPr>
        </p:nvSpPr>
        <p:spPr/>
        <p:txBody>
          <a:bodyPr/>
          <a:p>
            <a:r>
              <a:t>Footer</a:t>
            </a:r>
          </a:p>
        </p:txBody>
      </p:sp>
      <p:sp>
        <p:nvSpPr>
          <p:cNvPr id="6" name="PlaceHolder 5"/>
          <p:cNvSpPr>
            <a:spLocks noGrp="1"/>
          </p:cNvSpPr>
          <p:nvPr>
            <p:ph type="sldNum" idx="12"/>
          </p:nvPr>
        </p:nvSpPr>
        <p:spPr/>
        <p:txBody>
          <a:bodyPr/>
          <a:p>
            <a:fld id="{0A69906E-5669-47D8-8179-005F4463D968}" type="slidenum">
              <a:t>&lt;#&gt;</a:t>
            </a:fld>
          </a:p>
        </p:txBody>
      </p:sp>
      <p:sp>
        <p:nvSpPr>
          <p:cNvPr id="7" name="PlaceHolder 6"/>
          <p:cNvSpPr>
            <a:spLocks noGrp="1"/>
          </p:cNvSpPr>
          <p:nvPr>
            <p:ph type="dt" idx="10"/>
          </p:nvPr>
        </p:nvSpPr>
        <p:spPr/>
        <p:txBody>
          <a:bodyPr/>
          <a:p>
            <a:r>
              <a:rPr lang="en-US"/>
              <a:t/>
            </a: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52"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53" name="PlaceHolder 2"/>
          <p:cNvSpPr>
            <a:spLocks noGrp="1"/>
          </p:cNvSpPr>
          <p:nvPr>
            <p:ph/>
          </p:nvPr>
        </p:nvSpPr>
        <p:spPr>
          <a:xfrm>
            <a:off x="457200" y="160020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54" name="PlaceHolder 3"/>
          <p:cNvSpPr>
            <a:spLocks noGrp="1"/>
          </p:cNvSpPr>
          <p:nvPr>
            <p:ph/>
          </p:nvPr>
        </p:nvSpPr>
        <p:spPr>
          <a:xfrm>
            <a:off x="4674240" y="160020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55" name="PlaceHolder 4"/>
          <p:cNvSpPr>
            <a:spLocks noGrp="1"/>
          </p:cNvSpPr>
          <p:nvPr>
            <p:ph/>
          </p:nvPr>
        </p:nvSpPr>
        <p:spPr>
          <a:xfrm>
            <a:off x="457200" y="396432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56" name="PlaceHolder 5"/>
          <p:cNvSpPr>
            <a:spLocks noGrp="1"/>
          </p:cNvSpPr>
          <p:nvPr>
            <p:ph/>
          </p:nvPr>
        </p:nvSpPr>
        <p:spPr>
          <a:xfrm>
            <a:off x="4674240" y="396432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7" name="PlaceHolder 6"/>
          <p:cNvSpPr>
            <a:spLocks noGrp="1"/>
          </p:cNvSpPr>
          <p:nvPr>
            <p:ph type="ftr" idx="11"/>
          </p:nvPr>
        </p:nvSpPr>
        <p:spPr/>
        <p:txBody>
          <a:bodyPr/>
          <a:p>
            <a:r>
              <a:t>Footer</a:t>
            </a:r>
          </a:p>
        </p:txBody>
      </p:sp>
      <p:sp>
        <p:nvSpPr>
          <p:cNvPr id="8" name="PlaceHolder 7"/>
          <p:cNvSpPr>
            <a:spLocks noGrp="1"/>
          </p:cNvSpPr>
          <p:nvPr>
            <p:ph type="sldNum" idx="12"/>
          </p:nvPr>
        </p:nvSpPr>
        <p:spPr/>
        <p:txBody>
          <a:bodyPr/>
          <a:p>
            <a:fld id="{AB987DF5-26AA-4B62-95C5-76CBD9A5EF3A}" type="slidenum">
              <a:t>&lt;#&gt;</a:t>
            </a:fld>
          </a:p>
        </p:txBody>
      </p:sp>
      <p:sp>
        <p:nvSpPr>
          <p:cNvPr id="9" name="PlaceHolder 8"/>
          <p:cNvSpPr>
            <a:spLocks noGrp="1"/>
          </p:cNvSpPr>
          <p:nvPr>
            <p:ph type="dt" idx="10"/>
          </p:nvPr>
        </p:nvSpPr>
        <p:spPr/>
        <p:txBody>
          <a:bodyPr/>
          <a:p>
            <a:r>
              <a:rPr lang="en-US"/>
              <a:t/>
            </a: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57"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58" name="PlaceHolder 2"/>
          <p:cNvSpPr>
            <a:spLocks noGrp="1"/>
          </p:cNvSpPr>
          <p:nvPr>
            <p:ph/>
          </p:nvPr>
        </p:nvSpPr>
        <p:spPr>
          <a:xfrm>
            <a:off x="457200" y="1600200"/>
            <a:ext cx="26496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59" name="PlaceHolder 3"/>
          <p:cNvSpPr>
            <a:spLocks noGrp="1"/>
          </p:cNvSpPr>
          <p:nvPr>
            <p:ph/>
          </p:nvPr>
        </p:nvSpPr>
        <p:spPr>
          <a:xfrm>
            <a:off x="3239640" y="1600200"/>
            <a:ext cx="26496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60" name="PlaceHolder 4"/>
          <p:cNvSpPr>
            <a:spLocks noGrp="1"/>
          </p:cNvSpPr>
          <p:nvPr>
            <p:ph/>
          </p:nvPr>
        </p:nvSpPr>
        <p:spPr>
          <a:xfrm>
            <a:off x="6022080" y="1600200"/>
            <a:ext cx="26496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61" name="PlaceHolder 5"/>
          <p:cNvSpPr>
            <a:spLocks noGrp="1"/>
          </p:cNvSpPr>
          <p:nvPr>
            <p:ph/>
          </p:nvPr>
        </p:nvSpPr>
        <p:spPr>
          <a:xfrm>
            <a:off x="457200" y="3964320"/>
            <a:ext cx="26496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62" name="PlaceHolder 6"/>
          <p:cNvSpPr>
            <a:spLocks noGrp="1"/>
          </p:cNvSpPr>
          <p:nvPr>
            <p:ph/>
          </p:nvPr>
        </p:nvSpPr>
        <p:spPr>
          <a:xfrm>
            <a:off x="3239640" y="3964320"/>
            <a:ext cx="26496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63" name="PlaceHolder 7"/>
          <p:cNvSpPr>
            <a:spLocks noGrp="1"/>
          </p:cNvSpPr>
          <p:nvPr>
            <p:ph/>
          </p:nvPr>
        </p:nvSpPr>
        <p:spPr>
          <a:xfrm>
            <a:off x="6022080" y="3964320"/>
            <a:ext cx="26496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9" name="PlaceHolder 8"/>
          <p:cNvSpPr>
            <a:spLocks noGrp="1"/>
          </p:cNvSpPr>
          <p:nvPr>
            <p:ph type="ftr" idx="11"/>
          </p:nvPr>
        </p:nvSpPr>
        <p:spPr/>
        <p:txBody>
          <a:bodyPr/>
          <a:p>
            <a:r>
              <a:t>Footer</a:t>
            </a:r>
          </a:p>
        </p:txBody>
      </p:sp>
      <p:sp>
        <p:nvSpPr>
          <p:cNvPr id="10" name="PlaceHolder 9"/>
          <p:cNvSpPr>
            <a:spLocks noGrp="1"/>
          </p:cNvSpPr>
          <p:nvPr>
            <p:ph type="sldNum" idx="12"/>
          </p:nvPr>
        </p:nvSpPr>
        <p:spPr/>
        <p:txBody>
          <a:bodyPr/>
          <a:p>
            <a:fld id="{3B1DE22A-E757-4215-8B85-5BE5D7D628F2}" type="slidenum">
              <a:t>&lt;#&gt;</a:t>
            </a:fld>
          </a:p>
        </p:txBody>
      </p:sp>
      <p:sp>
        <p:nvSpPr>
          <p:cNvPr id="11" name="PlaceHolder 10"/>
          <p:cNvSpPr>
            <a:spLocks noGrp="1"/>
          </p:cNvSpPr>
          <p:nvPr>
            <p:ph type="dt" idx="10"/>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 Id="rId9" Type="http://schemas.openxmlformats.org/officeDocument/2006/relationships/slideLayout" Target="../slideLayouts/slideLayout44.xml"/><Relationship Id="rId10" Type="http://schemas.openxmlformats.org/officeDocument/2006/relationships/slideLayout" Target="../slideLayouts/slideLayout45.xml"/><Relationship Id="rId11" Type="http://schemas.openxmlformats.org/officeDocument/2006/relationships/slideLayout" Target="../slideLayouts/slideLayout46.xml"/><Relationship Id="rId12" Type="http://schemas.openxmlformats.org/officeDocument/2006/relationships/slideLayout" Target="../slideLayouts/slideLayout47.xml"/><Relationship Id="rId13" Type="http://schemas.openxmlformats.org/officeDocument/2006/relationships/slideLayout" Target="../slideLayouts/slideLayout48.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85800" y="2130480"/>
            <a:ext cx="7772040" cy="1469520"/>
          </a:xfrm>
          <a:prstGeom prst="rect">
            <a:avLst/>
          </a:prstGeom>
          <a:noFill/>
          <a:ln w="0">
            <a:noFill/>
          </a:ln>
        </p:spPr>
        <p:txBody>
          <a:bodyPr anchor="ctr">
            <a:noAutofit/>
          </a:bodyPr>
          <a:p>
            <a:pPr algn="ctr">
              <a:lnSpc>
                <a:spcPct val="100000"/>
              </a:lnSpc>
              <a:buNone/>
            </a:pPr>
            <a:r>
              <a:rPr b="0" lang="en-US" sz="4400" spc="-1" strike="noStrike">
                <a:solidFill>
                  <a:srgbClr val="000000"/>
                </a:solidFill>
                <a:latin typeface="Calibri"/>
              </a:rPr>
              <a:t>Click to edit Master title style</a:t>
            </a:r>
            <a:endParaRPr b="0" lang="en-US" sz="4400" spc="-1" strike="noStrike">
              <a:solidFill>
                <a:srgbClr val="000000"/>
              </a:solidFill>
              <a:latin typeface="Calibri"/>
            </a:endParaRPr>
          </a:p>
        </p:txBody>
      </p:sp>
      <p:sp>
        <p:nvSpPr>
          <p:cNvPr id="1" name="PlaceHolder 2"/>
          <p:cNvSpPr>
            <a:spLocks noGrp="1"/>
          </p:cNvSpPr>
          <p:nvPr>
            <p:ph type="dt" idx="1"/>
          </p:nvPr>
        </p:nvSpPr>
        <p:spPr>
          <a:xfrm>
            <a:off x="457200" y="6356520"/>
            <a:ext cx="2133360" cy="364680"/>
          </a:xfrm>
          <a:prstGeom prst="rect">
            <a:avLst/>
          </a:prstGeom>
          <a:noFill/>
          <a:ln w="0">
            <a:noFill/>
          </a:ln>
        </p:spPr>
        <p:txBody>
          <a:bodyPr anchor="ctr">
            <a:noAutofit/>
          </a:bodyPr>
          <a:lstStyle>
            <a:lvl1pPr>
              <a:lnSpc>
                <a:spcPct val="100000"/>
              </a:lnSpc>
              <a:buNone/>
              <a:defRPr b="0" lang="en-US" sz="1200" spc="-1" strike="noStrike">
                <a:solidFill>
                  <a:srgbClr val="8b8b8b"/>
                </a:solidFill>
                <a:latin typeface="Calibri"/>
              </a:defRPr>
            </a:lvl1pPr>
          </a:lstStyle>
          <a:p>
            <a:pPr>
              <a:lnSpc>
                <a:spcPct val="100000"/>
              </a:lnSpc>
              <a:buNone/>
            </a:pPr>
            <a:r>
              <a:rPr b="0" lang="en-US" sz="1200" spc="-1" strike="noStrike">
                <a:solidFill>
                  <a:srgbClr val="8b8b8b"/>
                </a:solidFill>
                <a:latin typeface="Calibri"/>
              </a:rPr>
              <a:t>&lt;date/time&gt;</a:t>
            </a:r>
            <a:endParaRPr b="0" lang="en-US" sz="1200" spc="-1" strike="noStrike">
              <a:latin typeface="Times New Roman"/>
            </a:endParaRPr>
          </a:p>
        </p:txBody>
      </p:sp>
      <p:sp>
        <p:nvSpPr>
          <p:cNvPr id="2" name="PlaceHolder 3"/>
          <p:cNvSpPr>
            <a:spLocks noGrp="1"/>
          </p:cNvSpPr>
          <p:nvPr>
            <p:ph type="ftr" idx="2"/>
          </p:nvPr>
        </p:nvSpPr>
        <p:spPr>
          <a:xfrm>
            <a:off x="3124080" y="6356520"/>
            <a:ext cx="2895120" cy="364680"/>
          </a:xfrm>
          <a:prstGeom prst="rect">
            <a:avLst/>
          </a:prstGeom>
          <a:noFill/>
          <a:ln w="0">
            <a:noFill/>
          </a:ln>
        </p:spPr>
        <p:txBody>
          <a:bodyPr anchor="ctr">
            <a:noAutofit/>
          </a:bodyPr>
          <a:lstStyle>
            <a:lvl1pPr algn="ctr">
              <a:buNone/>
              <a:defRPr b="0" lang="en-US" sz="1400" spc="-1" strike="noStrike">
                <a:latin typeface="Times New Roman"/>
              </a:defRPr>
            </a:lvl1pPr>
          </a:lstStyle>
          <a:p>
            <a:pPr algn="ctr">
              <a:buNone/>
            </a:pPr>
            <a:r>
              <a:rPr b="0" lang="en-US" sz="1400" spc="-1" strike="noStrike">
                <a:latin typeface="Times New Roman"/>
              </a:rPr>
              <a:t>&lt;footer&gt;</a:t>
            </a:r>
            <a:endParaRPr b="0" lang="en-US" sz="1400" spc="-1" strike="noStrike">
              <a:latin typeface="Times New Roman"/>
            </a:endParaRPr>
          </a:p>
        </p:txBody>
      </p:sp>
      <p:sp>
        <p:nvSpPr>
          <p:cNvPr id="3" name="PlaceHolder 4"/>
          <p:cNvSpPr>
            <a:spLocks noGrp="1"/>
          </p:cNvSpPr>
          <p:nvPr>
            <p:ph type="sldNum" idx="3"/>
          </p:nvPr>
        </p:nvSpPr>
        <p:spPr>
          <a:xfrm>
            <a:off x="6553080" y="6356520"/>
            <a:ext cx="2133360" cy="364680"/>
          </a:xfrm>
          <a:prstGeom prst="rect">
            <a:avLst/>
          </a:prstGeom>
          <a:noFill/>
          <a:ln w="0">
            <a:noFill/>
          </a:ln>
        </p:spPr>
        <p:txBody>
          <a:bodyPr anchor="ctr">
            <a:noAutofit/>
          </a:bodyPr>
          <a:lstStyle>
            <a:lvl1pPr algn="r">
              <a:lnSpc>
                <a:spcPct val="100000"/>
              </a:lnSpc>
              <a:buNone/>
              <a:defRPr b="0" lang="en-US" sz="1200" spc="-1" strike="noStrike">
                <a:solidFill>
                  <a:srgbClr val="8b8b8b"/>
                </a:solidFill>
                <a:latin typeface="Calibri"/>
              </a:defRPr>
            </a:lvl1pPr>
          </a:lstStyle>
          <a:p>
            <a:pPr algn="r">
              <a:lnSpc>
                <a:spcPct val="100000"/>
              </a:lnSpc>
              <a:buNone/>
            </a:pPr>
            <a:fld id="{188DF06D-4FD9-4ECF-AFBA-BB5FB76EA981}" type="slidenum">
              <a:rPr b="0" lang="en-US" sz="1200" spc="-1" strike="noStrike">
                <a:solidFill>
                  <a:srgbClr val="8b8b8b"/>
                </a:solidFill>
                <a:latin typeface="Calibri"/>
              </a:rPr>
              <a:t>&lt;number&gt;</a:t>
            </a:fld>
            <a:endParaRPr b="0" lang="en-US" sz="1200" spc="-1" strike="noStrike">
              <a:latin typeface="Times New Roman"/>
            </a:endParaRPr>
          </a:p>
        </p:txBody>
      </p:sp>
      <p:sp>
        <p:nvSpPr>
          <p:cNvPr id="4"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Calibri"/>
              </a:rPr>
              <a:t>Click to edit the outline text format</a:t>
            </a:r>
            <a:endParaRPr b="0" lang="en-US" sz="3200" spc="-1" strike="noStrike">
              <a:solidFill>
                <a:srgbClr val="000000"/>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rgbClr val="000000"/>
                </a:solidFill>
                <a:latin typeface="Calibri"/>
              </a:rPr>
              <a:t>Second Outline Level</a:t>
            </a:r>
            <a:endParaRPr b="0" lang="en-US" sz="2400" spc="-1" strike="noStrike">
              <a:solidFill>
                <a:srgbClr val="000000"/>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rgbClr val="000000"/>
                </a:solidFill>
                <a:latin typeface="Calibri"/>
              </a:rPr>
              <a:t>Third Outline Level</a:t>
            </a:r>
            <a:endParaRPr b="0" lang="en-US" sz="2000" spc="-1" strike="noStrike">
              <a:solidFill>
                <a:srgbClr val="000000"/>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Calibri"/>
              </a:rPr>
              <a:t>Fourth Outline Level</a:t>
            </a:r>
            <a:endParaRPr b="0" lang="en-US" sz="2000" spc="-1" strike="noStrike">
              <a:solidFill>
                <a:srgbClr val="000000"/>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Calibri"/>
              </a:rPr>
              <a:t>Fifth Outline Level</a:t>
            </a:r>
            <a:endParaRPr b="0" lang="en-US" sz="2000" spc="-1" strike="noStrike">
              <a:solidFill>
                <a:srgbClr val="000000"/>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Calibri"/>
              </a:rPr>
              <a:t>Sixth Outline Level</a:t>
            </a:r>
            <a:endParaRPr b="0" lang="en-US" sz="2000" spc="-1" strike="noStrike">
              <a:solidFill>
                <a:srgbClr val="000000"/>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Calibri"/>
              </a:rPr>
              <a:t>Seventh Outline Level</a:t>
            </a:r>
            <a:endParaRPr b="0" lang="en-US" sz="2000" spc="-1" strike="noStrike">
              <a:solidFill>
                <a:srgbClr val="000000"/>
              </a:solidFill>
              <a:latin typeface="Calibri"/>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457200" y="274680"/>
            <a:ext cx="8229240" cy="1142640"/>
          </a:xfrm>
          <a:prstGeom prst="rect">
            <a:avLst/>
          </a:prstGeom>
          <a:noFill/>
          <a:ln w="0">
            <a:noFill/>
          </a:ln>
        </p:spPr>
        <p:txBody>
          <a:bodyPr anchor="ctr">
            <a:noAutofit/>
          </a:bodyPr>
          <a:p>
            <a:pPr algn="ctr">
              <a:lnSpc>
                <a:spcPct val="100000"/>
              </a:lnSpc>
              <a:buNone/>
            </a:pPr>
            <a:r>
              <a:rPr b="0" lang="en-US" sz="4400" spc="-1" strike="noStrike">
                <a:solidFill>
                  <a:srgbClr val="000000"/>
                </a:solidFill>
                <a:latin typeface="Calibri"/>
              </a:rPr>
              <a:t>Click to edit Master title style</a:t>
            </a:r>
            <a:endParaRPr b="0" lang="en-US" sz="4400" spc="-1" strike="noStrike">
              <a:solidFill>
                <a:srgbClr val="000000"/>
              </a:solidFill>
              <a:latin typeface="Calibri"/>
            </a:endParaRPr>
          </a:p>
        </p:txBody>
      </p:sp>
      <p:sp>
        <p:nvSpPr>
          <p:cNvPr id="42" name="PlaceHolder 2"/>
          <p:cNvSpPr>
            <a:spLocks noGrp="1"/>
          </p:cNvSpPr>
          <p:nvPr>
            <p:ph type="body"/>
          </p:nvPr>
        </p:nvSpPr>
        <p:spPr>
          <a:xfrm>
            <a:off x="457200" y="1600200"/>
            <a:ext cx="8229240" cy="4525560"/>
          </a:xfrm>
          <a:prstGeom prst="rect">
            <a:avLst/>
          </a:prstGeom>
          <a:noFill/>
          <a:ln w="0">
            <a:noFill/>
          </a:ln>
        </p:spPr>
        <p:txBody>
          <a:bodyPr anchor="t">
            <a:noAutofit/>
          </a:bodyPr>
          <a:p>
            <a:pPr marL="343080" indent="-343080">
              <a:lnSpc>
                <a:spcPct val="100000"/>
              </a:lnSpc>
              <a:spcBef>
                <a:spcPts val="641"/>
              </a:spcBef>
              <a:buClr>
                <a:srgbClr val="000000"/>
              </a:buClr>
              <a:buFont typeface="Arial"/>
              <a:buChar char="•"/>
            </a:pPr>
            <a:r>
              <a:rPr b="0" lang="en-US" sz="3200" spc="-1" strike="noStrike">
                <a:solidFill>
                  <a:srgbClr val="000000"/>
                </a:solidFill>
                <a:latin typeface="Calibri"/>
              </a:rPr>
              <a:t>Click to edit Master text styles</a:t>
            </a:r>
            <a:endParaRPr b="0" lang="en-US" sz="3200" spc="-1" strike="noStrike">
              <a:solidFill>
                <a:srgbClr val="000000"/>
              </a:solidFill>
              <a:latin typeface="Calibri"/>
            </a:endParaRPr>
          </a:p>
          <a:p>
            <a:pPr lvl="1" marL="743040" indent="-285840">
              <a:lnSpc>
                <a:spcPct val="100000"/>
              </a:lnSpc>
              <a:spcBef>
                <a:spcPts val="561"/>
              </a:spcBef>
              <a:buClr>
                <a:srgbClr val="000000"/>
              </a:buClr>
              <a:buFont typeface="Arial"/>
              <a:buChar char="–"/>
            </a:pPr>
            <a:r>
              <a:rPr b="0" lang="en-US" sz="2800" spc="-1" strike="noStrike">
                <a:solidFill>
                  <a:srgbClr val="000000"/>
                </a:solidFill>
                <a:latin typeface="Calibri"/>
              </a:rPr>
              <a:t>Second level</a:t>
            </a:r>
            <a:endParaRPr b="0" lang="en-US" sz="2800" spc="-1" strike="noStrike">
              <a:solidFill>
                <a:srgbClr val="000000"/>
              </a:solidFill>
              <a:latin typeface="Calibri"/>
            </a:endParaRPr>
          </a:p>
          <a:p>
            <a:pPr lvl="2" marL="1143000" indent="-228600">
              <a:lnSpc>
                <a:spcPct val="100000"/>
              </a:lnSpc>
              <a:spcBef>
                <a:spcPts val="479"/>
              </a:spcBef>
              <a:buClr>
                <a:srgbClr val="000000"/>
              </a:buClr>
              <a:buFont typeface="Arial"/>
              <a:buChar char="•"/>
            </a:pPr>
            <a:r>
              <a:rPr b="0" lang="en-US" sz="2400" spc="-1" strike="noStrike">
                <a:solidFill>
                  <a:srgbClr val="000000"/>
                </a:solidFill>
                <a:latin typeface="Calibri"/>
              </a:rPr>
              <a:t>Third level</a:t>
            </a:r>
            <a:endParaRPr b="0" lang="en-US" sz="2400" spc="-1" strike="noStrike">
              <a:solidFill>
                <a:srgbClr val="000000"/>
              </a:solidFill>
              <a:latin typeface="Calibri"/>
            </a:endParaRPr>
          </a:p>
          <a:p>
            <a:pPr lvl="3" marL="1600200" indent="-228600">
              <a:lnSpc>
                <a:spcPct val="100000"/>
              </a:lnSpc>
              <a:spcBef>
                <a:spcPts val="400"/>
              </a:spcBef>
              <a:buClr>
                <a:srgbClr val="000000"/>
              </a:buClr>
              <a:buFont typeface="Arial"/>
              <a:buChar char="–"/>
            </a:pPr>
            <a:r>
              <a:rPr b="0" lang="en-US" sz="2000" spc="-1" strike="noStrike">
                <a:solidFill>
                  <a:srgbClr val="000000"/>
                </a:solidFill>
                <a:latin typeface="Calibri"/>
              </a:rPr>
              <a:t>Fourth level</a:t>
            </a:r>
            <a:endParaRPr b="0" lang="en-US" sz="2000" spc="-1" strike="noStrike">
              <a:solidFill>
                <a:srgbClr val="000000"/>
              </a:solidFill>
              <a:latin typeface="Calibri"/>
            </a:endParaRPr>
          </a:p>
          <a:p>
            <a:pPr lvl="4" marL="2057400" indent="-228600">
              <a:lnSpc>
                <a:spcPct val="100000"/>
              </a:lnSpc>
              <a:spcBef>
                <a:spcPts val="400"/>
              </a:spcBef>
              <a:buClr>
                <a:srgbClr val="000000"/>
              </a:buClr>
              <a:buFont typeface="Arial"/>
              <a:buChar char="»"/>
            </a:pPr>
            <a:r>
              <a:rPr b="0" lang="en-US" sz="2000" spc="-1" strike="noStrike">
                <a:solidFill>
                  <a:srgbClr val="000000"/>
                </a:solidFill>
                <a:latin typeface="Calibri"/>
              </a:rPr>
              <a:t>Fifth level</a:t>
            </a:r>
            <a:endParaRPr b="0" lang="en-US" sz="2000" spc="-1" strike="noStrike">
              <a:solidFill>
                <a:srgbClr val="000000"/>
              </a:solidFill>
              <a:latin typeface="Calibri"/>
            </a:endParaRPr>
          </a:p>
        </p:txBody>
      </p:sp>
      <p:sp>
        <p:nvSpPr>
          <p:cNvPr id="43" name="PlaceHolder 3"/>
          <p:cNvSpPr>
            <a:spLocks noGrp="1"/>
          </p:cNvSpPr>
          <p:nvPr>
            <p:ph type="dt" idx="4"/>
          </p:nvPr>
        </p:nvSpPr>
        <p:spPr>
          <a:xfrm>
            <a:off x="457200" y="6356520"/>
            <a:ext cx="2133360" cy="364680"/>
          </a:xfrm>
          <a:prstGeom prst="rect">
            <a:avLst/>
          </a:prstGeom>
          <a:noFill/>
          <a:ln w="0">
            <a:noFill/>
          </a:ln>
        </p:spPr>
        <p:txBody>
          <a:bodyPr anchor="ctr">
            <a:noAutofit/>
          </a:bodyPr>
          <a:lstStyle>
            <a:lvl1pPr>
              <a:lnSpc>
                <a:spcPct val="100000"/>
              </a:lnSpc>
              <a:buNone/>
              <a:defRPr b="0" lang="en-US" sz="1200" spc="-1" strike="noStrike">
                <a:solidFill>
                  <a:srgbClr val="8b8b8b"/>
                </a:solidFill>
                <a:latin typeface="Calibri"/>
              </a:defRPr>
            </a:lvl1pPr>
          </a:lstStyle>
          <a:p>
            <a:pPr>
              <a:lnSpc>
                <a:spcPct val="100000"/>
              </a:lnSpc>
              <a:buNone/>
            </a:pPr>
            <a:r>
              <a:rPr b="0" lang="en-US" sz="1200" spc="-1" strike="noStrike">
                <a:solidFill>
                  <a:srgbClr val="8b8b8b"/>
                </a:solidFill>
                <a:latin typeface="Calibri"/>
              </a:rPr>
              <a:t>&lt;date/time&gt;</a:t>
            </a:r>
            <a:endParaRPr b="0" lang="en-US" sz="1200" spc="-1" strike="noStrike">
              <a:latin typeface="Times New Roman"/>
            </a:endParaRPr>
          </a:p>
        </p:txBody>
      </p:sp>
      <p:sp>
        <p:nvSpPr>
          <p:cNvPr id="44" name="PlaceHolder 4"/>
          <p:cNvSpPr>
            <a:spLocks noGrp="1"/>
          </p:cNvSpPr>
          <p:nvPr>
            <p:ph type="ftr" idx="5"/>
          </p:nvPr>
        </p:nvSpPr>
        <p:spPr>
          <a:xfrm>
            <a:off x="3124080" y="6356520"/>
            <a:ext cx="2895120" cy="364680"/>
          </a:xfrm>
          <a:prstGeom prst="rect">
            <a:avLst/>
          </a:prstGeom>
          <a:noFill/>
          <a:ln w="0">
            <a:noFill/>
          </a:ln>
        </p:spPr>
        <p:txBody>
          <a:bodyPr anchor="ctr">
            <a:noAutofit/>
          </a:bodyPr>
          <a:lstStyle>
            <a:lvl1pPr algn="ctr">
              <a:buNone/>
              <a:defRPr b="0" lang="en-US" sz="1400" spc="-1" strike="noStrike">
                <a:latin typeface="Times New Roman"/>
              </a:defRPr>
            </a:lvl1pPr>
          </a:lstStyle>
          <a:p>
            <a:pPr algn="ctr">
              <a:buNone/>
            </a:pPr>
            <a:r>
              <a:rPr b="0" lang="en-US" sz="1400" spc="-1" strike="noStrike">
                <a:latin typeface="Times New Roman"/>
              </a:rPr>
              <a:t>&lt;footer&gt;</a:t>
            </a:r>
            <a:endParaRPr b="0" lang="en-US" sz="1400" spc="-1" strike="noStrike">
              <a:latin typeface="Times New Roman"/>
            </a:endParaRPr>
          </a:p>
        </p:txBody>
      </p:sp>
      <p:sp>
        <p:nvSpPr>
          <p:cNvPr id="45" name="PlaceHolder 5"/>
          <p:cNvSpPr>
            <a:spLocks noGrp="1"/>
          </p:cNvSpPr>
          <p:nvPr>
            <p:ph type="sldNum" idx="6"/>
          </p:nvPr>
        </p:nvSpPr>
        <p:spPr>
          <a:xfrm>
            <a:off x="6553080" y="6356520"/>
            <a:ext cx="2133360" cy="364680"/>
          </a:xfrm>
          <a:prstGeom prst="rect">
            <a:avLst/>
          </a:prstGeom>
          <a:noFill/>
          <a:ln w="0">
            <a:noFill/>
          </a:ln>
        </p:spPr>
        <p:txBody>
          <a:bodyPr anchor="ctr">
            <a:noAutofit/>
          </a:bodyPr>
          <a:lstStyle>
            <a:lvl1pPr algn="r">
              <a:lnSpc>
                <a:spcPct val="100000"/>
              </a:lnSpc>
              <a:buNone/>
              <a:defRPr b="0" lang="en-US" sz="1200" spc="-1" strike="noStrike">
                <a:solidFill>
                  <a:srgbClr val="8b8b8b"/>
                </a:solidFill>
                <a:latin typeface="Calibri"/>
              </a:defRPr>
            </a:lvl1pPr>
          </a:lstStyle>
          <a:p>
            <a:pPr algn="r">
              <a:lnSpc>
                <a:spcPct val="100000"/>
              </a:lnSpc>
              <a:buNone/>
            </a:pPr>
            <a:fld id="{2706A17D-2145-4AC7-B935-652E227B673F}" type="slidenum">
              <a:rPr b="0" lang="en-US" sz="1200" spc="-1" strike="noStrike">
                <a:solidFill>
                  <a:srgbClr val="8b8b8b"/>
                </a:solidFill>
                <a:latin typeface="Calibri"/>
              </a:rPr>
              <a:t>&lt;number&gt;</a:t>
            </a:fld>
            <a:endParaRPr b="0" lang="en-US" sz="12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2" name="PlaceHolder 1"/>
          <p:cNvSpPr>
            <a:spLocks noGrp="1"/>
          </p:cNvSpPr>
          <p:nvPr>
            <p:ph type="dt" idx="7"/>
          </p:nvPr>
        </p:nvSpPr>
        <p:spPr>
          <a:xfrm>
            <a:off x="457200" y="6356520"/>
            <a:ext cx="2133360" cy="364680"/>
          </a:xfrm>
          <a:prstGeom prst="rect">
            <a:avLst/>
          </a:prstGeom>
          <a:noFill/>
          <a:ln w="0">
            <a:noFill/>
          </a:ln>
        </p:spPr>
        <p:txBody>
          <a:bodyPr anchor="ctr">
            <a:noAutofit/>
          </a:bodyPr>
          <a:lstStyle>
            <a:lvl1pPr>
              <a:lnSpc>
                <a:spcPct val="100000"/>
              </a:lnSpc>
              <a:buNone/>
              <a:defRPr b="0" lang="en-US" sz="1200" spc="-1" strike="noStrike">
                <a:solidFill>
                  <a:srgbClr val="8b8b8b"/>
                </a:solidFill>
                <a:latin typeface="Calibri"/>
              </a:defRPr>
            </a:lvl1pPr>
          </a:lstStyle>
          <a:p>
            <a:pPr>
              <a:lnSpc>
                <a:spcPct val="100000"/>
              </a:lnSpc>
              <a:buNone/>
            </a:pPr>
            <a:r>
              <a:rPr b="0" lang="en-US" sz="1200" spc="-1" strike="noStrike">
                <a:solidFill>
                  <a:srgbClr val="8b8b8b"/>
                </a:solidFill>
                <a:latin typeface="Calibri"/>
              </a:rPr>
              <a:t>&lt;date/time&gt;</a:t>
            </a:r>
            <a:endParaRPr b="0" lang="en-US" sz="1200" spc="-1" strike="noStrike">
              <a:latin typeface="Times New Roman"/>
            </a:endParaRPr>
          </a:p>
        </p:txBody>
      </p:sp>
      <p:sp>
        <p:nvSpPr>
          <p:cNvPr id="83" name="PlaceHolder 2"/>
          <p:cNvSpPr>
            <a:spLocks noGrp="1"/>
          </p:cNvSpPr>
          <p:nvPr>
            <p:ph type="ftr" idx="8"/>
          </p:nvPr>
        </p:nvSpPr>
        <p:spPr>
          <a:xfrm>
            <a:off x="3124080" y="6356520"/>
            <a:ext cx="2895120" cy="364680"/>
          </a:xfrm>
          <a:prstGeom prst="rect">
            <a:avLst/>
          </a:prstGeom>
          <a:noFill/>
          <a:ln w="0">
            <a:noFill/>
          </a:ln>
        </p:spPr>
        <p:txBody>
          <a:bodyPr anchor="ctr">
            <a:noAutofit/>
          </a:bodyPr>
          <a:lstStyle>
            <a:lvl1pPr algn="ctr">
              <a:buNone/>
              <a:defRPr b="0" lang="en-US" sz="1400" spc="-1" strike="noStrike">
                <a:latin typeface="Times New Roman"/>
              </a:defRPr>
            </a:lvl1pPr>
          </a:lstStyle>
          <a:p>
            <a:pPr algn="ctr">
              <a:buNone/>
            </a:pPr>
            <a:r>
              <a:rPr b="0" lang="en-US" sz="1400" spc="-1" strike="noStrike">
                <a:latin typeface="Times New Roman"/>
              </a:rPr>
              <a:t>&lt;footer&gt;</a:t>
            </a:r>
            <a:endParaRPr b="0" lang="en-US" sz="1400" spc="-1" strike="noStrike">
              <a:latin typeface="Times New Roman"/>
            </a:endParaRPr>
          </a:p>
        </p:txBody>
      </p:sp>
      <p:sp>
        <p:nvSpPr>
          <p:cNvPr id="84" name="PlaceHolder 3"/>
          <p:cNvSpPr>
            <a:spLocks noGrp="1"/>
          </p:cNvSpPr>
          <p:nvPr>
            <p:ph type="sldNum" idx="9"/>
          </p:nvPr>
        </p:nvSpPr>
        <p:spPr>
          <a:xfrm>
            <a:off x="6553080" y="6356520"/>
            <a:ext cx="2133360" cy="364680"/>
          </a:xfrm>
          <a:prstGeom prst="rect">
            <a:avLst/>
          </a:prstGeom>
          <a:noFill/>
          <a:ln w="0">
            <a:noFill/>
          </a:ln>
        </p:spPr>
        <p:txBody>
          <a:bodyPr anchor="ctr">
            <a:noAutofit/>
          </a:bodyPr>
          <a:lstStyle>
            <a:lvl1pPr algn="r">
              <a:lnSpc>
                <a:spcPct val="100000"/>
              </a:lnSpc>
              <a:buNone/>
              <a:defRPr b="0" lang="en-US" sz="1200" spc="-1" strike="noStrike">
                <a:solidFill>
                  <a:srgbClr val="8b8b8b"/>
                </a:solidFill>
                <a:latin typeface="Calibri"/>
              </a:defRPr>
            </a:lvl1pPr>
          </a:lstStyle>
          <a:p>
            <a:pPr algn="r">
              <a:lnSpc>
                <a:spcPct val="100000"/>
              </a:lnSpc>
              <a:buNone/>
            </a:pPr>
            <a:fld id="{1D4E2BCA-3B88-4F67-AA96-ECAD15C54B7C}" type="slidenum">
              <a:rPr b="0" lang="en-US" sz="1200" spc="-1" strike="noStrike">
                <a:solidFill>
                  <a:srgbClr val="8b8b8b"/>
                </a:solidFill>
                <a:latin typeface="Calibri"/>
              </a:rPr>
              <a:t>&lt;number&gt;</a:t>
            </a:fld>
            <a:endParaRPr b="0" lang="en-US" sz="1200" spc="-1" strike="noStrike">
              <a:latin typeface="Times New Roman"/>
            </a:endParaRPr>
          </a:p>
        </p:txBody>
      </p:sp>
      <p:sp>
        <p:nvSpPr>
          <p:cNvPr id="85" name="PlaceHolder 4"/>
          <p:cNvSpPr>
            <a:spLocks noGrp="1"/>
          </p:cNvSpPr>
          <p:nvPr>
            <p:ph type="title"/>
          </p:nvPr>
        </p:nvSpPr>
        <p:spPr>
          <a:xfrm>
            <a:off x="457200" y="273600"/>
            <a:ext cx="8229240" cy="1144800"/>
          </a:xfrm>
          <a:prstGeom prst="rect">
            <a:avLst/>
          </a:prstGeom>
          <a:noFill/>
          <a:ln w="0">
            <a:noFill/>
          </a:ln>
        </p:spPr>
        <p:txBody>
          <a:bodyPr lIns="0" rIns="0" tIns="0" bIns="0" anchor="ctr">
            <a:noAutofit/>
          </a:bodyPr>
          <a:p>
            <a:r>
              <a:rPr b="0" lang="en-US" sz="1800" spc="-1" strike="noStrike">
                <a:solidFill>
                  <a:srgbClr val="000000"/>
                </a:solidFill>
                <a:latin typeface="Calibri"/>
              </a:rPr>
              <a:t>Click to edit the title text format</a:t>
            </a:r>
            <a:endParaRPr b="0" lang="en-US" sz="1800" spc="-1" strike="noStrike">
              <a:solidFill>
                <a:srgbClr val="000000"/>
              </a:solidFill>
              <a:latin typeface="Calibri"/>
            </a:endParaRPr>
          </a:p>
        </p:txBody>
      </p:sp>
      <p:sp>
        <p:nvSpPr>
          <p:cNvPr id="86"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Calibri"/>
              </a:rPr>
              <a:t>Click to edit the outline text format</a:t>
            </a:r>
            <a:endParaRPr b="0" lang="en-US" sz="3200" spc="-1" strike="noStrike">
              <a:solidFill>
                <a:srgbClr val="000000"/>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rgbClr val="000000"/>
                </a:solidFill>
                <a:latin typeface="Calibri"/>
              </a:rPr>
              <a:t>Second Outline Level</a:t>
            </a:r>
            <a:endParaRPr b="0" lang="en-US" sz="2400" spc="-1" strike="noStrike">
              <a:solidFill>
                <a:srgbClr val="000000"/>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rgbClr val="000000"/>
                </a:solidFill>
                <a:latin typeface="Calibri"/>
              </a:rPr>
              <a:t>Third Outline Level</a:t>
            </a:r>
            <a:endParaRPr b="0" lang="en-US" sz="2000" spc="-1" strike="noStrike">
              <a:solidFill>
                <a:srgbClr val="000000"/>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Calibri"/>
              </a:rPr>
              <a:t>Fourth Outline Level</a:t>
            </a:r>
            <a:endParaRPr b="0" lang="en-US" sz="2000" spc="-1" strike="noStrike">
              <a:solidFill>
                <a:srgbClr val="000000"/>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Calibri"/>
              </a:rPr>
              <a:t>Fifth Outline Level</a:t>
            </a:r>
            <a:endParaRPr b="0" lang="en-US" sz="2000" spc="-1" strike="noStrike">
              <a:solidFill>
                <a:srgbClr val="000000"/>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Calibri"/>
              </a:rPr>
              <a:t>Sixth Outline Level</a:t>
            </a:r>
            <a:endParaRPr b="0" lang="en-US" sz="2000" spc="-1" strike="noStrike">
              <a:solidFill>
                <a:srgbClr val="000000"/>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Calibri"/>
              </a:rPr>
              <a:t>Seventh Outline Level</a:t>
            </a:r>
            <a:endParaRPr b="0" lang="en-US" sz="2000" spc="-1" strike="noStrike">
              <a:solidFill>
                <a:srgbClr val="000000"/>
              </a:solidFill>
              <a:latin typeface="Calibri"/>
            </a:endParaRPr>
          </a:p>
        </p:txBody>
      </p:sp>
    </p:spTree>
  </p:cSld>
  <p:clrMap bg1="lt1" bg2="lt2" tx1="dk1"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3" name="PlaceHolder 1"/>
          <p:cNvSpPr>
            <a:spLocks noGrp="1"/>
          </p:cNvSpPr>
          <p:nvPr>
            <p:ph type="title"/>
          </p:nvPr>
        </p:nvSpPr>
        <p:spPr>
          <a:xfrm>
            <a:off x="457200" y="274680"/>
            <a:ext cx="8229240" cy="1142640"/>
          </a:xfrm>
          <a:prstGeom prst="rect">
            <a:avLst/>
          </a:prstGeom>
          <a:noFill/>
          <a:ln w="0">
            <a:noFill/>
          </a:ln>
        </p:spPr>
        <p:txBody>
          <a:bodyPr anchor="ctr">
            <a:noAutofit/>
          </a:bodyPr>
          <a:p>
            <a:pPr algn="ctr">
              <a:lnSpc>
                <a:spcPct val="100000"/>
              </a:lnSpc>
              <a:buNone/>
            </a:pPr>
            <a:r>
              <a:rPr b="0" lang="en-US" sz="4400" spc="-1" strike="noStrike">
                <a:solidFill>
                  <a:srgbClr val="000000"/>
                </a:solidFill>
                <a:latin typeface="Calibri"/>
              </a:rPr>
              <a:t>Click to edit Master title style</a:t>
            </a:r>
            <a:endParaRPr b="0" lang="en-US" sz="4400" spc="-1" strike="noStrike">
              <a:solidFill>
                <a:srgbClr val="000000"/>
              </a:solidFill>
              <a:latin typeface="Calibri"/>
            </a:endParaRPr>
          </a:p>
        </p:txBody>
      </p:sp>
      <p:sp>
        <p:nvSpPr>
          <p:cNvPr id="124" name="PlaceHolder 2"/>
          <p:cNvSpPr>
            <a:spLocks noGrp="1"/>
          </p:cNvSpPr>
          <p:nvPr>
            <p:ph type="body"/>
          </p:nvPr>
        </p:nvSpPr>
        <p:spPr>
          <a:xfrm>
            <a:off x="457200" y="1600200"/>
            <a:ext cx="8229240" cy="4525560"/>
          </a:xfrm>
          <a:prstGeom prst="rect">
            <a:avLst/>
          </a:prstGeom>
          <a:noFill/>
          <a:ln w="0">
            <a:noFill/>
          </a:ln>
        </p:spPr>
        <p:txBody>
          <a:bodyPr anchor="t">
            <a:noAutofit/>
          </a:bodyPr>
          <a:p>
            <a:pPr marL="343080" indent="-343080">
              <a:lnSpc>
                <a:spcPct val="100000"/>
              </a:lnSpc>
              <a:spcBef>
                <a:spcPts val="641"/>
              </a:spcBef>
              <a:buClr>
                <a:srgbClr val="000000"/>
              </a:buClr>
              <a:buFont typeface="Arial"/>
              <a:buChar char="•"/>
            </a:pPr>
            <a:r>
              <a:rPr b="0" lang="en-US" sz="3200" spc="-1" strike="noStrike">
                <a:solidFill>
                  <a:srgbClr val="000000"/>
                </a:solidFill>
                <a:latin typeface="Calibri"/>
              </a:rPr>
              <a:t>Click to edit Master text styles</a:t>
            </a:r>
            <a:endParaRPr b="0" lang="en-US" sz="3200" spc="-1" strike="noStrike">
              <a:solidFill>
                <a:srgbClr val="000000"/>
              </a:solidFill>
              <a:latin typeface="Calibri"/>
            </a:endParaRPr>
          </a:p>
          <a:p>
            <a:pPr lvl="1" marL="743040" indent="-285840">
              <a:lnSpc>
                <a:spcPct val="100000"/>
              </a:lnSpc>
              <a:spcBef>
                <a:spcPts val="561"/>
              </a:spcBef>
              <a:buClr>
                <a:srgbClr val="000000"/>
              </a:buClr>
              <a:buFont typeface="Arial"/>
              <a:buChar char="–"/>
            </a:pPr>
            <a:r>
              <a:rPr b="0" lang="en-US" sz="2800" spc="-1" strike="noStrike">
                <a:solidFill>
                  <a:srgbClr val="000000"/>
                </a:solidFill>
                <a:latin typeface="Calibri"/>
              </a:rPr>
              <a:t>Second level</a:t>
            </a:r>
            <a:endParaRPr b="0" lang="en-US" sz="2800" spc="-1" strike="noStrike">
              <a:solidFill>
                <a:srgbClr val="000000"/>
              </a:solidFill>
              <a:latin typeface="Calibri"/>
            </a:endParaRPr>
          </a:p>
          <a:p>
            <a:pPr lvl="2" marL="1143000" indent="-228600">
              <a:lnSpc>
                <a:spcPct val="100000"/>
              </a:lnSpc>
              <a:spcBef>
                <a:spcPts val="479"/>
              </a:spcBef>
              <a:buClr>
                <a:srgbClr val="000000"/>
              </a:buClr>
              <a:buFont typeface="Arial"/>
              <a:buChar char="•"/>
            </a:pPr>
            <a:r>
              <a:rPr b="0" lang="en-US" sz="2400" spc="-1" strike="noStrike">
                <a:solidFill>
                  <a:srgbClr val="000000"/>
                </a:solidFill>
                <a:latin typeface="Calibri"/>
              </a:rPr>
              <a:t>Third level</a:t>
            </a:r>
            <a:endParaRPr b="0" lang="en-US" sz="2400" spc="-1" strike="noStrike">
              <a:solidFill>
                <a:srgbClr val="000000"/>
              </a:solidFill>
              <a:latin typeface="Calibri"/>
            </a:endParaRPr>
          </a:p>
          <a:p>
            <a:pPr lvl="3" marL="1600200" indent="-228600">
              <a:lnSpc>
                <a:spcPct val="100000"/>
              </a:lnSpc>
              <a:spcBef>
                <a:spcPts val="400"/>
              </a:spcBef>
              <a:buClr>
                <a:srgbClr val="000000"/>
              </a:buClr>
              <a:buFont typeface="Arial"/>
              <a:buChar char="–"/>
            </a:pPr>
            <a:r>
              <a:rPr b="0" lang="en-US" sz="2000" spc="-1" strike="noStrike">
                <a:solidFill>
                  <a:srgbClr val="000000"/>
                </a:solidFill>
                <a:latin typeface="Calibri"/>
              </a:rPr>
              <a:t>Fourth level</a:t>
            </a:r>
            <a:endParaRPr b="0" lang="en-US" sz="2000" spc="-1" strike="noStrike">
              <a:solidFill>
                <a:srgbClr val="000000"/>
              </a:solidFill>
              <a:latin typeface="Calibri"/>
            </a:endParaRPr>
          </a:p>
          <a:p>
            <a:pPr lvl="4" marL="2057400" indent="-228600">
              <a:lnSpc>
                <a:spcPct val="100000"/>
              </a:lnSpc>
              <a:spcBef>
                <a:spcPts val="400"/>
              </a:spcBef>
              <a:buClr>
                <a:srgbClr val="000000"/>
              </a:buClr>
              <a:buFont typeface="Arial"/>
              <a:buChar char="»"/>
            </a:pPr>
            <a:r>
              <a:rPr b="0" lang="en-US" sz="2000" spc="-1" strike="noStrike">
                <a:solidFill>
                  <a:srgbClr val="000000"/>
                </a:solidFill>
                <a:latin typeface="Calibri"/>
              </a:rPr>
              <a:t>Fifth level</a:t>
            </a:r>
            <a:endParaRPr b="0" lang="en-US" sz="2000" spc="-1" strike="noStrike">
              <a:solidFill>
                <a:srgbClr val="000000"/>
              </a:solidFill>
              <a:latin typeface="Calibri"/>
            </a:endParaRPr>
          </a:p>
        </p:txBody>
      </p:sp>
      <p:sp>
        <p:nvSpPr>
          <p:cNvPr id="125" name="PlaceHolder 3"/>
          <p:cNvSpPr>
            <a:spLocks noGrp="1"/>
          </p:cNvSpPr>
          <p:nvPr>
            <p:ph type="dt" idx="10"/>
          </p:nvPr>
        </p:nvSpPr>
        <p:spPr>
          <a:xfrm>
            <a:off x="457200" y="6356520"/>
            <a:ext cx="2133360" cy="364680"/>
          </a:xfrm>
          <a:prstGeom prst="rect">
            <a:avLst/>
          </a:prstGeom>
          <a:noFill/>
          <a:ln w="0">
            <a:noFill/>
          </a:ln>
        </p:spPr>
        <p:txBody>
          <a:bodyPr anchor="ctr">
            <a:noAutofit/>
          </a:bodyPr>
          <a:lstStyle>
            <a:lvl1pPr>
              <a:lnSpc>
                <a:spcPct val="100000"/>
              </a:lnSpc>
              <a:buNone/>
              <a:defRPr b="0" lang="en-US" sz="1200" spc="-1" strike="noStrike">
                <a:solidFill>
                  <a:srgbClr val="8b8b8b"/>
                </a:solidFill>
                <a:latin typeface="Calibri"/>
              </a:defRPr>
            </a:lvl1pPr>
          </a:lstStyle>
          <a:p>
            <a:pPr>
              <a:lnSpc>
                <a:spcPct val="100000"/>
              </a:lnSpc>
              <a:buNone/>
            </a:pPr>
            <a:r>
              <a:rPr b="0" lang="en-US" sz="1200" spc="-1" strike="noStrike">
                <a:solidFill>
                  <a:srgbClr val="8b8b8b"/>
                </a:solidFill>
                <a:latin typeface="Calibri"/>
              </a:rPr>
              <a:t>&lt;date/time&gt;</a:t>
            </a:r>
            <a:endParaRPr b="0" lang="en-US" sz="1200" spc="-1" strike="noStrike">
              <a:latin typeface="Times New Roman"/>
            </a:endParaRPr>
          </a:p>
        </p:txBody>
      </p:sp>
      <p:sp>
        <p:nvSpPr>
          <p:cNvPr id="126" name="PlaceHolder 4"/>
          <p:cNvSpPr>
            <a:spLocks noGrp="1"/>
          </p:cNvSpPr>
          <p:nvPr>
            <p:ph type="ftr" idx="11"/>
          </p:nvPr>
        </p:nvSpPr>
        <p:spPr>
          <a:xfrm>
            <a:off x="3124080" y="6356520"/>
            <a:ext cx="2895120" cy="364680"/>
          </a:xfrm>
          <a:prstGeom prst="rect">
            <a:avLst/>
          </a:prstGeom>
          <a:noFill/>
          <a:ln w="0">
            <a:noFill/>
          </a:ln>
        </p:spPr>
        <p:txBody>
          <a:bodyPr anchor="ctr">
            <a:noAutofit/>
          </a:bodyPr>
          <a:lstStyle>
            <a:lvl1pPr algn="ctr">
              <a:buNone/>
              <a:defRPr b="0" lang="en-US" sz="1400" spc="-1" strike="noStrike">
                <a:latin typeface="Times New Roman"/>
              </a:defRPr>
            </a:lvl1pPr>
          </a:lstStyle>
          <a:p>
            <a:pPr algn="ctr">
              <a:buNone/>
            </a:pPr>
            <a:r>
              <a:rPr b="0" lang="en-US" sz="1400" spc="-1" strike="noStrike">
                <a:latin typeface="Times New Roman"/>
              </a:rPr>
              <a:t>&lt;footer&gt;</a:t>
            </a:r>
            <a:endParaRPr b="0" lang="en-US" sz="1400" spc="-1" strike="noStrike">
              <a:latin typeface="Times New Roman"/>
            </a:endParaRPr>
          </a:p>
        </p:txBody>
      </p:sp>
      <p:sp>
        <p:nvSpPr>
          <p:cNvPr id="127" name="PlaceHolder 5"/>
          <p:cNvSpPr>
            <a:spLocks noGrp="1"/>
          </p:cNvSpPr>
          <p:nvPr>
            <p:ph type="sldNum" idx="12"/>
          </p:nvPr>
        </p:nvSpPr>
        <p:spPr>
          <a:xfrm>
            <a:off x="6553080" y="6356520"/>
            <a:ext cx="2133360" cy="364680"/>
          </a:xfrm>
          <a:prstGeom prst="rect">
            <a:avLst/>
          </a:prstGeom>
          <a:noFill/>
          <a:ln w="0">
            <a:noFill/>
          </a:ln>
        </p:spPr>
        <p:txBody>
          <a:bodyPr anchor="ctr">
            <a:noAutofit/>
          </a:bodyPr>
          <a:lstStyle>
            <a:lvl1pPr algn="r">
              <a:lnSpc>
                <a:spcPct val="100000"/>
              </a:lnSpc>
              <a:buNone/>
              <a:defRPr b="0" lang="en-US" sz="1200" spc="-1" strike="noStrike">
                <a:solidFill>
                  <a:srgbClr val="8b8b8b"/>
                </a:solidFill>
                <a:latin typeface="Calibri"/>
              </a:defRPr>
            </a:lvl1pPr>
          </a:lstStyle>
          <a:p>
            <a:pPr algn="r">
              <a:lnSpc>
                <a:spcPct val="100000"/>
              </a:lnSpc>
              <a:buNone/>
            </a:pPr>
            <a:fld id="{B40B706F-5373-4829-8AEF-909FF04ADA38}" type="slidenum">
              <a:rPr b="0" lang="en-US" sz="1200" spc="-1" strike="noStrike">
                <a:solidFill>
                  <a:srgbClr val="8b8b8b"/>
                </a:solidFill>
                <a:latin typeface="Calibri"/>
              </a:rPr>
              <a:t>&lt;number&gt;</a:t>
            </a:fld>
            <a:endParaRPr b="0" lang="en-US" sz="12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jpeg"/><Relationship Id="rId4" Type="http://schemas.openxmlformats.org/officeDocument/2006/relationships/image" Target="../media/image4.png"/><Relationship Id="rId5" Type="http://schemas.openxmlformats.org/officeDocument/2006/relationships/slideLayout" Target="../slideLayouts/slideLayout2.xml"/><Relationship Id="rId6"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3.png"/><Relationship Id="rId10" Type="http://schemas.openxmlformats.org/officeDocument/2006/relationships/image" Target="../media/image14.png"/><Relationship Id="rId11" Type="http://schemas.openxmlformats.org/officeDocument/2006/relationships/image" Target="../media/image15.png"/><Relationship Id="rId12" Type="http://schemas.openxmlformats.org/officeDocument/2006/relationships/image" Target="../media/image16.png"/><Relationship Id="rId13" Type="http://schemas.openxmlformats.org/officeDocument/2006/relationships/image" Target="../media/image17.png"/><Relationship Id="rId14" Type="http://schemas.openxmlformats.org/officeDocument/2006/relationships/image" Target="../media/image18.png"/><Relationship Id="rId15" Type="http://schemas.openxmlformats.org/officeDocument/2006/relationships/slideLayout" Target="../slideLayouts/slideLayout13.xml"/>
</Relationships>
</file>

<file path=ppt/slides/_rels/slide3.xml.rels><?xml version="1.0" encoding="UTF-8"?>
<Relationships xmlns="http://schemas.openxmlformats.org/package/2006/relationships"><Relationship Id="rId1" Type="http://schemas.openxmlformats.org/officeDocument/2006/relationships/image" Target="../media/image19.jpeg"/><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jpeg"/><Relationship Id="rId6" Type="http://schemas.openxmlformats.org/officeDocument/2006/relationships/image" Target="../media/image24.jpeg"/><Relationship Id="rId7" Type="http://schemas.openxmlformats.org/officeDocument/2006/relationships/image" Target="../media/image25.png"/><Relationship Id="rId8" Type="http://schemas.openxmlformats.org/officeDocument/2006/relationships/image" Target="../media/image26.png"/><Relationship Id="rId9" Type="http://schemas.openxmlformats.org/officeDocument/2006/relationships/slideLayout" Target="../slideLayouts/slideLayout25.xml"/><Relationship Id="rId10"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27.jpeg"/><Relationship Id="rId2" Type="http://schemas.openxmlformats.org/officeDocument/2006/relationships/oleObject" Target="../embeddings/oleObject1.ppt"/><Relationship Id="rId3" Type="http://schemas.openxmlformats.org/officeDocument/2006/relationships/image" Target="../media/image28.wmf"/><Relationship Id="rId4" Type="http://schemas.openxmlformats.org/officeDocument/2006/relationships/image" Target="../media/image29.png"/><Relationship Id="rId5" Type="http://schemas.openxmlformats.org/officeDocument/2006/relationships/image" Target="../media/image30.png"/><Relationship Id="rId6" Type="http://schemas.openxmlformats.org/officeDocument/2006/relationships/image" Target="../media/image31.png"/><Relationship Id="rId7" Type="http://schemas.openxmlformats.org/officeDocument/2006/relationships/image" Target="../media/image32.png"/><Relationship Id="rId8" Type="http://schemas.openxmlformats.org/officeDocument/2006/relationships/image" Target="../media/image33.png"/><Relationship Id="rId9" Type="http://schemas.openxmlformats.org/officeDocument/2006/relationships/image" Target="../media/image34.png"/><Relationship Id="rId10" Type="http://schemas.openxmlformats.org/officeDocument/2006/relationships/image" Target="../media/image35.png"/><Relationship Id="rId11" Type="http://schemas.openxmlformats.org/officeDocument/2006/relationships/image" Target="../media/image36.png"/><Relationship Id="rId12" Type="http://schemas.openxmlformats.org/officeDocument/2006/relationships/image" Target="../media/image37.png"/><Relationship Id="rId13" Type="http://schemas.openxmlformats.org/officeDocument/2006/relationships/slideLayout" Target="../slideLayouts/slideLayout37.xml"/><Relationship Id="rId14" Type="http://schemas.openxmlformats.org/officeDocument/2006/relationships/notesSlide" Target="../notesSlides/notesSlide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70" name="Picture 2" descr=""/>
          <p:cNvPicPr/>
          <p:nvPr/>
        </p:nvPicPr>
        <p:blipFill>
          <a:blip r:embed="rId1"/>
          <a:srcRect l="15520" t="20834" r="58125" b="9376"/>
          <a:stretch/>
        </p:blipFill>
        <p:spPr>
          <a:xfrm>
            <a:off x="-63000" y="0"/>
            <a:ext cx="9270000" cy="6858000"/>
          </a:xfrm>
          <a:prstGeom prst="rect">
            <a:avLst/>
          </a:prstGeom>
          <a:ln w="9525">
            <a:noFill/>
          </a:ln>
        </p:spPr>
      </p:pic>
      <p:sp>
        <p:nvSpPr>
          <p:cNvPr id="171" name="Rectangle 2"/>
          <p:cNvSpPr/>
          <p:nvPr/>
        </p:nvSpPr>
        <p:spPr>
          <a:xfrm>
            <a:off x="457200" y="5486400"/>
            <a:ext cx="2209320" cy="9579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pic>
        <p:nvPicPr>
          <p:cNvPr id="172" name="Picture 7" descr=""/>
          <p:cNvPicPr/>
          <p:nvPr/>
        </p:nvPicPr>
        <p:blipFill>
          <a:blip r:embed="rId2"/>
          <a:stretch/>
        </p:blipFill>
        <p:spPr>
          <a:xfrm>
            <a:off x="228600" y="5486400"/>
            <a:ext cx="2770920" cy="1005480"/>
          </a:xfrm>
          <a:prstGeom prst="rect">
            <a:avLst/>
          </a:prstGeom>
          <a:ln w="0">
            <a:noFill/>
          </a:ln>
        </p:spPr>
      </p:pic>
      <p:sp>
        <p:nvSpPr>
          <p:cNvPr id="173" name="TextBox 9"/>
          <p:cNvSpPr/>
          <p:nvPr/>
        </p:nvSpPr>
        <p:spPr>
          <a:xfrm>
            <a:off x="2819520" y="5552280"/>
            <a:ext cx="6552720" cy="1551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1" lang="en-US" sz="3200" spc="-1" strike="noStrike">
                <a:solidFill>
                  <a:srgbClr val="1f497d"/>
                </a:solidFill>
                <a:latin typeface="Calibri"/>
              </a:rPr>
              <a:t>The Background Investigation </a:t>
            </a:r>
            <a:endParaRPr b="0" lang="en-US" sz="3200" spc="-1" strike="noStrike">
              <a:latin typeface="Arial"/>
            </a:endParaRPr>
          </a:p>
          <a:p>
            <a:pPr algn="ctr">
              <a:lnSpc>
                <a:spcPct val="100000"/>
              </a:lnSpc>
              <a:buNone/>
            </a:pPr>
            <a:r>
              <a:rPr b="1" lang="en-US" sz="3200" spc="-1" strike="noStrike">
                <a:solidFill>
                  <a:srgbClr val="1f497d"/>
                </a:solidFill>
                <a:latin typeface="Calibri"/>
              </a:rPr>
              <a:t>Process</a:t>
            </a:r>
            <a:endParaRPr b="0" lang="en-US" sz="3200" spc="-1" strike="noStrike">
              <a:latin typeface="Arial"/>
            </a:endParaRPr>
          </a:p>
        </p:txBody>
      </p:sp>
      <p:sp>
        <p:nvSpPr>
          <p:cNvPr id="174" name="Picture 3"/>
          <p:cNvSpPr/>
          <p:nvPr/>
        </p:nvSpPr>
        <p:spPr>
          <a:xfrm>
            <a:off x="5562720" y="380880"/>
            <a:ext cx="2514240" cy="2514240"/>
          </a:xfrm>
          <a:prstGeom prst="ellipse">
            <a:avLst/>
          </a:prstGeom>
          <a:blipFill rotWithShape="0">
            <a:blip r:embed="rId3"/>
            <a:srcRect/>
            <a:stretch/>
          </a:blipFill>
          <a:ln w="0">
            <a:noFill/>
          </a:ln>
          <a:effectLst>
            <a:reflection algn="bl" blurRad="6350" dir="5400000" endA="300" endPos="35000" rotWithShape="0" stA="52000" sy="-100000"/>
          </a:effectLst>
        </p:spPr>
        <p:style>
          <a:lnRef idx="0"/>
          <a:fillRef idx="0"/>
          <a:effectRef idx="0"/>
          <a:fontRef idx="minor"/>
        </p:style>
      </p:sp>
      <p:pic>
        <p:nvPicPr>
          <p:cNvPr id="175" name="Picture 2" descr=""/>
          <p:cNvPicPr/>
          <p:nvPr/>
        </p:nvPicPr>
        <p:blipFill>
          <a:blip r:embed="rId4"/>
          <a:stretch/>
        </p:blipFill>
        <p:spPr>
          <a:xfrm>
            <a:off x="931320" y="155160"/>
            <a:ext cx="3183120" cy="5530320"/>
          </a:xfrm>
          <a:prstGeom prst="rect">
            <a:avLst/>
          </a:prstGeom>
          <a:ln w="0">
            <a:noFill/>
          </a:ln>
        </p:spPr>
      </p:pic>
      <p:sp>
        <p:nvSpPr>
          <p:cNvPr id="2" name="PlaceHolder 1"/>
          <p:cNvSpPr>
            <a:spLocks noGrp="1"/>
          </p:cNvSpPr>
          <p:nvPr>
            <p:ph type="sldNum" idx="3"/>
          </p:nvPr>
        </p:nvSpPr>
        <p:spPr/>
        <p:txBody>
          <a:bodyPr/>
          <a:p>
            <a:fld id="{4BA9A594-F8BA-44C1-A065-E767E90F0885}" type="slidenum">
              <a:t>1</a:t>
            </a:fld>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6" name="PlaceHolder 1"/>
          <p:cNvSpPr>
            <a:spLocks noGrp="1"/>
          </p:cNvSpPr>
          <p:nvPr>
            <p:ph type="sldNum" idx="16"/>
          </p:nvPr>
        </p:nvSpPr>
        <p:spPr>
          <a:xfrm>
            <a:off x="6324480" y="6356520"/>
            <a:ext cx="2133360" cy="364680"/>
          </a:xfrm>
          <a:prstGeom prst="rect">
            <a:avLst/>
          </a:prstGeom>
          <a:noFill/>
          <a:ln w="0">
            <a:noFill/>
          </a:ln>
        </p:spPr>
        <p:txBody>
          <a:bodyPr anchor="ctr">
            <a:noAutofit/>
          </a:bodyPr>
          <a:lstStyle>
            <a:lvl1pPr algn="r">
              <a:lnSpc>
                <a:spcPct val="100000"/>
              </a:lnSpc>
              <a:buNone/>
              <a:defRPr b="0" lang="en-US" sz="1200" spc="-1" strike="noStrike">
                <a:solidFill>
                  <a:srgbClr val="8b8b8b"/>
                </a:solidFill>
                <a:latin typeface="Calibri"/>
              </a:defRPr>
            </a:lvl1pPr>
          </a:lstStyle>
          <a:p>
            <a:pPr algn="r">
              <a:lnSpc>
                <a:spcPct val="100000"/>
              </a:lnSpc>
              <a:buNone/>
            </a:pPr>
            <a:fld id="{A3A7D06D-CDF9-4162-BE43-24884855720A}" type="slidenum">
              <a:rPr b="0" lang="en-US" sz="1200" spc="-1" strike="noStrike">
                <a:solidFill>
                  <a:srgbClr val="8b8b8b"/>
                </a:solidFill>
                <a:latin typeface="Calibri"/>
              </a:rPr>
              <a:t>&lt;number&gt;</a:t>
            </a:fld>
            <a:endParaRPr b="0" lang="en-US" sz="1200" spc="-1" strike="noStrike">
              <a:latin typeface="Times New Roman"/>
            </a:endParaRPr>
          </a:p>
        </p:txBody>
      </p:sp>
      <p:sp>
        <p:nvSpPr>
          <p:cNvPr id="177" name="TextBox 72"/>
          <p:cNvSpPr/>
          <p:nvPr/>
        </p:nvSpPr>
        <p:spPr>
          <a:xfrm>
            <a:off x="0" y="86400"/>
            <a:ext cx="9143640" cy="51624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1" lang="en-US" sz="2800" spc="-1" strike="noStrike">
                <a:solidFill>
                  <a:srgbClr val="1f497d"/>
                </a:solidFill>
                <a:latin typeface="Calibri"/>
              </a:rPr>
              <a:t>          </a:t>
            </a:r>
            <a:r>
              <a:rPr b="1" lang="en-US" sz="2800" spc="-1" strike="noStrike">
                <a:solidFill>
                  <a:srgbClr val="1f497d"/>
                </a:solidFill>
                <a:latin typeface="Calibri"/>
              </a:rPr>
              <a:t>Background Investigation Process</a:t>
            </a:r>
            <a:endParaRPr b="0" lang="en-US" sz="2800" spc="-1" strike="noStrike">
              <a:latin typeface="Arial"/>
            </a:endParaRPr>
          </a:p>
        </p:txBody>
      </p:sp>
      <p:pic>
        <p:nvPicPr>
          <p:cNvPr id="178" name="Picture 8" descr=""/>
          <p:cNvPicPr/>
          <p:nvPr/>
        </p:nvPicPr>
        <p:blipFill>
          <a:blip r:embed="rId1"/>
          <a:stretch/>
        </p:blipFill>
        <p:spPr>
          <a:xfrm>
            <a:off x="152280" y="119160"/>
            <a:ext cx="1947960" cy="706680"/>
          </a:xfrm>
          <a:prstGeom prst="rect">
            <a:avLst/>
          </a:prstGeom>
          <a:ln w="0">
            <a:noFill/>
          </a:ln>
        </p:spPr>
      </p:pic>
      <p:pic>
        <p:nvPicPr>
          <p:cNvPr id="179" name="Picture 4" descr=""/>
          <p:cNvPicPr/>
          <p:nvPr/>
        </p:nvPicPr>
        <p:blipFill>
          <a:blip r:embed="rId2"/>
          <a:stretch/>
        </p:blipFill>
        <p:spPr>
          <a:xfrm>
            <a:off x="0" y="990720"/>
            <a:ext cx="9143640" cy="23400"/>
          </a:xfrm>
          <a:prstGeom prst="rect">
            <a:avLst/>
          </a:prstGeom>
          <a:ln w="0">
            <a:noFill/>
          </a:ln>
        </p:spPr>
      </p:pic>
      <p:sp>
        <p:nvSpPr>
          <p:cNvPr id="180" name="Straight Connector 76"/>
          <p:cNvSpPr/>
          <p:nvPr/>
        </p:nvSpPr>
        <p:spPr>
          <a:xfrm>
            <a:off x="0" y="914400"/>
            <a:ext cx="9144000" cy="360"/>
          </a:xfrm>
          <a:prstGeom prst="line">
            <a:avLst/>
          </a:prstGeom>
          <a:ln w="31750">
            <a:solidFill>
              <a:srgbClr val="4f81bd">
                <a:lumMod val="75000"/>
              </a:srgbClr>
            </a:solidFill>
            <a:round/>
          </a:ln>
        </p:spPr>
        <p:style>
          <a:lnRef idx="1">
            <a:schemeClr val="accent1"/>
          </a:lnRef>
          <a:fillRef idx="0">
            <a:schemeClr val="accent1"/>
          </a:fillRef>
          <a:effectRef idx="0">
            <a:schemeClr val="accent1"/>
          </a:effectRef>
          <a:fontRef idx="minor"/>
        </p:style>
      </p:sp>
      <p:pic>
        <p:nvPicPr>
          <p:cNvPr id="181" name="Picture 3" descr=""/>
          <p:cNvPicPr/>
          <p:nvPr/>
        </p:nvPicPr>
        <p:blipFill>
          <a:blip r:embed="rId3"/>
          <a:srcRect l="0" t="0" r="0" b="50011"/>
          <a:stretch/>
        </p:blipFill>
        <p:spPr>
          <a:xfrm>
            <a:off x="8235360" y="11880"/>
            <a:ext cx="832320" cy="825840"/>
          </a:xfrm>
          <a:prstGeom prst="rect">
            <a:avLst/>
          </a:prstGeom>
          <a:ln w="0">
            <a:noFill/>
          </a:ln>
          <a:effectLst>
            <a:outerShdw algn="ctr" dir="2700000" dist="35638" rotWithShape="0">
              <a:schemeClr val="bg2"/>
            </a:outerShdw>
          </a:effectLst>
        </p:spPr>
      </p:pic>
      <p:sp>
        <p:nvSpPr>
          <p:cNvPr id="182" name="Rectangle 281"/>
          <p:cNvSpPr/>
          <p:nvPr/>
        </p:nvSpPr>
        <p:spPr>
          <a:xfrm>
            <a:off x="4728600" y="2152800"/>
            <a:ext cx="2461680" cy="1422360"/>
          </a:xfrm>
          <a:prstGeom prst="rect">
            <a:avLst/>
          </a:prstGeom>
          <a:solidFill>
            <a:srgbClr val="ffff00"/>
          </a:solidFill>
          <a:ln>
            <a:solidFill>
              <a:srgbClr val="000000"/>
            </a:solidFill>
            <a:round/>
          </a:ln>
        </p:spPr>
        <p:style>
          <a:lnRef idx="2">
            <a:schemeClr val="accent1">
              <a:shade val="50000"/>
            </a:schemeClr>
          </a:lnRef>
          <a:fillRef idx="1">
            <a:schemeClr val="accent1"/>
          </a:fillRef>
          <a:effectRef idx="0">
            <a:schemeClr val="accent1"/>
          </a:effectRef>
          <a:fontRef idx="minor"/>
        </p:style>
        <p:txBody>
          <a:bodyPr numCol="1" spcCol="0" anchor="t">
            <a:noAutofit/>
          </a:bodyPr>
          <a:p>
            <a:pPr>
              <a:lnSpc>
                <a:spcPct val="115000"/>
              </a:lnSpc>
              <a:buNone/>
            </a:pPr>
            <a:r>
              <a:rPr b="0" lang="en-US" sz="1000" spc="-1" strike="noStrike">
                <a:solidFill>
                  <a:srgbClr val="000000"/>
                </a:solidFill>
                <a:latin typeface="Times New Roman"/>
                <a:ea typeface="Calibri"/>
              </a:rPr>
              <a:t> </a:t>
            </a:r>
            <a:endParaRPr b="0" lang="en-US" sz="1000" spc="-1" strike="noStrike">
              <a:latin typeface="Arial"/>
            </a:endParaRPr>
          </a:p>
          <a:p>
            <a:pPr marL="457200">
              <a:lnSpc>
                <a:spcPct val="115000"/>
              </a:lnSpc>
              <a:buNone/>
            </a:pPr>
            <a:r>
              <a:rPr b="0" lang="en-US" sz="1000" spc="-1" strike="noStrike">
                <a:solidFill>
                  <a:srgbClr val="000000"/>
                </a:solidFill>
                <a:latin typeface="Times New Roman"/>
                <a:ea typeface="Calibri"/>
              </a:rPr>
              <a:t>  </a:t>
            </a:r>
            <a:endParaRPr b="0" lang="en-US" sz="1000" spc="-1" strike="noStrike">
              <a:latin typeface="Arial"/>
            </a:endParaRPr>
          </a:p>
          <a:p>
            <a:pPr marL="457200">
              <a:lnSpc>
                <a:spcPct val="115000"/>
              </a:lnSpc>
              <a:buNone/>
            </a:pPr>
            <a:r>
              <a:rPr b="0" lang="en-US" sz="1000" spc="-1" strike="noStrike">
                <a:solidFill>
                  <a:srgbClr val="000000"/>
                </a:solidFill>
                <a:latin typeface="Times New Roman"/>
                <a:ea typeface="Calibri"/>
              </a:rPr>
              <a:t> </a:t>
            </a:r>
            <a:endParaRPr b="0" lang="en-US" sz="1000" spc="-1" strike="noStrike">
              <a:latin typeface="Arial"/>
            </a:endParaRPr>
          </a:p>
          <a:p>
            <a:pPr marL="457200">
              <a:lnSpc>
                <a:spcPct val="115000"/>
              </a:lnSpc>
              <a:buNone/>
            </a:pPr>
            <a:r>
              <a:rPr b="0" lang="en-US" sz="1000" spc="-1" strike="noStrike">
                <a:solidFill>
                  <a:srgbClr val="000000"/>
                </a:solidFill>
                <a:latin typeface="Times New Roman"/>
                <a:ea typeface="Calibri"/>
              </a:rPr>
              <a:t> </a:t>
            </a:r>
            <a:endParaRPr b="0" lang="en-US" sz="1000" spc="-1" strike="noStrike">
              <a:latin typeface="Arial"/>
            </a:endParaRPr>
          </a:p>
          <a:p>
            <a:pPr marL="457200">
              <a:lnSpc>
                <a:spcPct val="115000"/>
              </a:lnSpc>
              <a:buNone/>
            </a:pPr>
            <a:r>
              <a:rPr b="0" lang="en-US" sz="1000" spc="-1" strike="noStrike">
                <a:solidFill>
                  <a:srgbClr val="000000"/>
                </a:solidFill>
                <a:latin typeface="Times New Roman"/>
                <a:ea typeface="Calibri"/>
              </a:rPr>
              <a:t> </a:t>
            </a:r>
            <a:endParaRPr b="0" lang="en-US" sz="1000" spc="-1" strike="noStrike">
              <a:latin typeface="Arial"/>
            </a:endParaRPr>
          </a:p>
          <a:p>
            <a:pPr>
              <a:lnSpc>
                <a:spcPct val="115000"/>
              </a:lnSpc>
              <a:buNone/>
            </a:pPr>
            <a:r>
              <a:rPr b="0" lang="en-US" sz="1000" spc="-1" strike="noStrike">
                <a:solidFill>
                  <a:srgbClr val="000000"/>
                </a:solidFill>
                <a:latin typeface="Times New Roman"/>
                <a:ea typeface="Calibri"/>
              </a:rPr>
              <a:t>        </a:t>
            </a:r>
            <a:endParaRPr b="0" lang="en-US" sz="1000" spc="-1" strike="noStrike">
              <a:latin typeface="Arial"/>
            </a:endParaRPr>
          </a:p>
        </p:txBody>
      </p:sp>
      <p:sp>
        <p:nvSpPr>
          <p:cNvPr id="183" name="Right Arrow 282"/>
          <p:cNvSpPr/>
          <p:nvPr/>
        </p:nvSpPr>
        <p:spPr>
          <a:xfrm>
            <a:off x="4074120" y="2934720"/>
            <a:ext cx="625320" cy="66960"/>
          </a:xfrm>
          <a:prstGeom prst="rightArrow">
            <a:avLst>
              <a:gd name="adj1" fmla="val 50000"/>
              <a:gd name="adj2" fmla="val 50000"/>
            </a:avLst>
          </a:prstGeom>
          <a:solidFill>
            <a:schemeClr val="tx1"/>
          </a:solidFill>
          <a:ln>
            <a:noFill/>
          </a:ln>
        </p:spPr>
        <p:style>
          <a:lnRef idx="2">
            <a:schemeClr val="accent1">
              <a:shade val="50000"/>
            </a:schemeClr>
          </a:lnRef>
          <a:fillRef idx="1">
            <a:schemeClr val="accent1"/>
          </a:fillRef>
          <a:effectRef idx="0">
            <a:schemeClr val="accent1"/>
          </a:effectRef>
          <a:fontRef idx="minor"/>
        </p:style>
      </p:sp>
      <p:sp>
        <p:nvSpPr>
          <p:cNvPr id="184" name="Rectangle 283"/>
          <p:cNvSpPr/>
          <p:nvPr/>
        </p:nvSpPr>
        <p:spPr>
          <a:xfrm>
            <a:off x="2481480" y="6023880"/>
            <a:ext cx="1607400" cy="528840"/>
          </a:xfrm>
          <a:prstGeom prst="rect">
            <a:avLst/>
          </a:prstGeom>
          <a:solidFill>
            <a:srgbClr val="ffff00"/>
          </a:solidFill>
          <a:ln>
            <a:solidFill>
              <a:srgbClr val="000000"/>
            </a:solidFill>
            <a:round/>
          </a:ln>
        </p:spPr>
        <p:style>
          <a:lnRef idx="2">
            <a:schemeClr val="accent1">
              <a:shade val="50000"/>
            </a:schemeClr>
          </a:lnRef>
          <a:fillRef idx="1">
            <a:schemeClr val="accent1"/>
          </a:fillRef>
          <a:effectRef idx="0">
            <a:schemeClr val="accent1"/>
          </a:effectRef>
          <a:fontRef idx="minor"/>
        </p:style>
      </p:sp>
      <p:sp>
        <p:nvSpPr>
          <p:cNvPr id="185" name="Rectangle 285"/>
          <p:cNvSpPr/>
          <p:nvPr/>
        </p:nvSpPr>
        <p:spPr>
          <a:xfrm>
            <a:off x="2170440" y="5505480"/>
            <a:ext cx="2394000" cy="425520"/>
          </a:xfrm>
          <a:prstGeom prst="rect">
            <a:avLst/>
          </a:prstGeom>
          <a:solidFill>
            <a:srgbClr val="ffff00"/>
          </a:solidFill>
          <a:ln>
            <a:solidFill>
              <a:srgbClr val="000000"/>
            </a:solidFill>
            <a:round/>
          </a:ln>
        </p:spPr>
        <p:style>
          <a:lnRef idx="2">
            <a:schemeClr val="accent1">
              <a:shade val="50000"/>
            </a:schemeClr>
          </a:lnRef>
          <a:fillRef idx="1">
            <a:schemeClr val="accent1"/>
          </a:fillRef>
          <a:effectRef idx="0">
            <a:schemeClr val="accent1"/>
          </a:effectRef>
          <a:fontRef idx="minor"/>
        </p:style>
      </p:sp>
      <p:sp>
        <p:nvSpPr>
          <p:cNvPr id="186" name="TextBox 286"/>
          <p:cNvSpPr/>
          <p:nvPr/>
        </p:nvSpPr>
        <p:spPr>
          <a:xfrm>
            <a:off x="2372400" y="5505480"/>
            <a:ext cx="2014200" cy="3942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1" lang="en-US" sz="1000" spc="-1" strike="noStrike">
                <a:solidFill>
                  <a:srgbClr val="000000"/>
                </a:solidFill>
                <a:latin typeface="Times New Roman"/>
              </a:rPr>
              <a:t>Personnel Evaluation (Oral) Board</a:t>
            </a:r>
            <a:endParaRPr b="0" lang="en-US" sz="1000" spc="-1" strike="noStrike">
              <a:latin typeface="Arial"/>
            </a:endParaRPr>
          </a:p>
        </p:txBody>
      </p:sp>
      <p:sp>
        <p:nvSpPr>
          <p:cNvPr id="187" name="Rectangle 287"/>
          <p:cNvSpPr/>
          <p:nvPr/>
        </p:nvSpPr>
        <p:spPr>
          <a:xfrm>
            <a:off x="2170440" y="4971960"/>
            <a:ext cx="2153160" cy="410040"/>
          </a:xfrm>
          <a:prstGeom prst="rect">
            <a:avLst/>
          </a:prstGeom>
          <a:solidFill>
            <a:srgbClr val="ffff00"/>
          </a:solidFill>
          <a:ln>
            <a:solidFill>
              <a:srgbClr val="000000"/>
            </a:solidFill>
            <a:round/>
          </a:ln>
        </p:spPr>
        <p:style>
          <a:lnRef idx="2">
            <a:schemeClr val="accent1">
              <a:shade val="50000"/>
            </a:schemeClr>
          </a:lnRef>
          <a:fillRef idx="1">
            <a:schemeClr val="accent1"/>
          </a:fillRef>
          <a:effectRef idx="0">
            <a:schemeClr val="accent1"/>
          </a:effectRef>
          <a:fontRef idx="minor"/>
        </p:style>
        <p:txBody>
          <a:bodyPr numCol="1" spcCol="0" anchor="t">
            <a:noAutofit/>
          </a:bodyPr>
          <a:p>
            <a:pPr algn="ctr">
              <a:lnSpc>
                <a:spcPct val="115000"/>
              </a:lnSpc>
              <a:buNone/>
            </a:pPr>
            <a:r>
              <a:rPr b="1" lang="en-US" sz="1000" spc="-1" strike="noStrike">
                <a:solidFill>
                  <a:srgbClr val="000000"/>
                </a:solidFill>
                <a:latin typeface="Times New Roman"/>
                <a:ea typeface="Calibri"/>
              </a:rPr>
              <a:t> </a:t>
            </a:r>
            <a:endParaRPr b="0" lang="en-US" sz="1000" spc="-1" strike="noStrike">
              <a:latin typeface="Arial"/>
            </a:endParaRPr>
          </a:p>
        </p:txBody>
      </p:sp>
      <p:sp>
        <p:nvSpPr>
          <p:cNvPr id="188" name="TextBox 288"/>
          <p:cNvSpPr/>
          <p:nvPr/>
        </p:nvSpPr>
        <p:spPr>
          <a:xfrm>
            <a:off x="2416320" y="4952880"/>
            <a:ext cx="1621800" cy="3942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1" lang="en-US" sz="1000" spc="-1" strike="noStrike">
                <a:solidFill>
                  <a:srgbClr val="000000"/>
                </a:solidFill>
                <a:latin typeface="Times New Roman"/>
              </a:rPr>
              <a:t>   </a:t>
            </a:r>
            <a:r>
              <a:rPr b="1" lang="en-US" sz="1000" spc="-1" strike="noStrike">
                <a:solidFill>
                  <a:srgbClr val="000000"/>
                </a:solidFill>
                <a:latin typeface="Times New Roman"/>
              </a:rPr>
              <a:t>Background Final Interview</a:t>
            </a:r>
            <a:endParaRPr b="0" lang="en-US" sz="1000" spc="-1" strike="noStrike">
              <a:latin typeface="Arial"/>
            </a:endParaRPr>
          </a:p>
        </p:txBody>
      </p:sp>
      <p:sp>
        <p:nvSpPr>
          <p:cNvPr id="189" name="Rectangle 289"/>
          <p:cNvSpPr/>
          <p:nvPr/>
        </p:nvSpPr>
        <p:spPr>
          <a:xfrm>
            <a:off x="2391120" y="3791520"/>
            <a:ext cx="1799640" cy="1085760"/>
          </a:xfrm>
          <a:prstGeom prst="rect">
            <a:avLst/>
          </a:prstGeom>
          <a:solidFill>
            <a:srgbClr val="ffff00"/>
          </a:solidFill>
          <a:ln>
            <a:solidFill>
              <a:srgbClr val="000000"/>
            </a:solidFill>
            <a:round/>
          </a:ln>
        </p:spPr>
        <p:style>
          <a:lnRef idx="2">
            <a:schemeClr val="accent1">
              <a:shade val="50000"/>
            </a:schemeClr>
          </a:lnRef>
          <a:fillRef idx="1">
            <a:schemeClr val="accent1"/>
          </a:fillRef>
          <a:effectRef idx="0">
            <a:schemeClr val="accent1"/>
          </a:effectRef>
          <a:fontRef idx="minor"/>
        </p:style>
      </p:sp>
      <p:sp>
        <p:nvSpPr>
          <p:cNvPr id="190" name="TextBox 290"/>
          <p:cNvSpPr/>
          <p:nvPr/>
        </p:nvSpPr>
        <p:spPr>
          <a:xfrm>
            <a:off x="2391120" y="3828960"/>
            <a:ext cx="1799640" cy="1003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1" lang="en-US" sz="1000" spc="-1" strike="noStrike">
                <a:solidFill>
                  <a:srgbClr val="000000"/>
                </a:solidFill>
                <a:latin typeface="Times New Roman"/>
              </a:rPr>
              <a:t>Background Investigation</a:t>
            </a:r>
            <a:endParaRPr b="0" lang="en-US" sz="1000" spc="-1" strike="noStrike">
              <a:latin typeface="Arial"/>
            </a:endParaRPr>
          </a:p>
          <a:p>
            <a:pPr algn="ctr">
              <a:lnSpc>
                <a:spcPct val="100000"/>
              </a:lnSpc>
              <a:buNone/>
            </a:pPr>
            <a:r>
              <a:rPr b="0" lang="en-US" sz="1000" spc="-1" strike="noStrike">
                <a:solidFill>
                  <a:srgbClr val="000000"/>
                </a:solidFill>
                <a:latin typeface="Times New Roman"/>
              </a:rPr>
              <a:t>Personal, References, Family/Marital, Residences, Employment, Military, Education, Traffic, Criminal, Financial</a:t>
            </a:r>
            <a:endParaRPr b="0" lang="en-US" sz="1000" spc="-1" strike="noStrike">
              <a:latin typeface="Arial"/>
            </a:endParaRPr>
          </a:p>
        </p:txBody>
      </p:sp>
      <p:sp>
        <p:nvSpPr>
          <p:cNvPr id="191" name="Rectangle 291"/>
          <p:cNvSpPr/>
          <p:nvPr/>
        </p:nvSpPr>
        <p:spPr>
          <a:xfrm>
            <a:off x="2577240" y="3353760"/>
            <a:ext cx="1419840" cy="322560"/>
          </a:xfrm>
          <a:prstGeom prst="rect">
            <a:avLst/>
          </a:prstGeom>
          <a:solidFill>
            <a:srgbClr val="ffff00"/>
          </a:solidFill>
          <a:ln>
            <a:solidFill>
              <a:srgbClr val="000000"/>
            </a:solidFill>
            <a:round/>
          </a:ln>
        </p:spPr>
        <p:style>
          <a:lnRef idx="2">
            <a:schemeClr val="accent1">
              <a:shade val="50000"/>
            </a:schemeClr>
          </a:lnRef>
          <a:fillRef idx="1">
            <a:schemeClr val="accent1"/>
          </a:fillRef>
          <a:effectRef idx="0">
            <a:schemeClr val="accent1"/>
          </a:effectRef>
          <a:fontRef idx="minor"/>
        </p:style>
      </p:sp>
      <p:sp>
        <p:nvSpPr>
          <p:cNvPr id="192" name="TextBox 292"/>
          <p:cNvSpPr/>
          <p:nvPr/>
        </p:nvSpPr>
        <p:spPr>
          <a:xfrm>
            <a:off x="2666880" y="3371760"/>
            <a:ext cx="1551960" cy="2419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US" sz="1000" spc="-1" strike="noStrike">
                <a:solidFill>
                  <a:srgbClr val="000000"/>
                </a:solidFill>
                <a:latin typeface="Times New Roman"/>
              </a:rPr>
              <a:t>Civil Service Review</a:t>
            </a:r>
            <a:endParaRPr b="0" lang="en-US" sz="1000" spc="-1" strike="noStrike">
              <a:latin typeface="Arial"/>
            </a:endParaRPr>
          </a:p>
        </p:txBody>
      </p:sp>
      <p:sp>
        <p:nvSpPr>
          <p:cNvPr id="193" name="Rectangle 294"/>
          <p:cNvSpPr/>
          <p:nvPr/>
        </p:nvSpPr>
        <p:spPr>
          <a:xfrm>
            <a:off x="4391280" y="5030280"/>
            <a:ext cx="1419840" cy="322560"/>
          </a:xfrm>
          <a:prstGeom prst="rect">
            <a:avLst/>
          </a:prstGeom>
          <a:solidFill>
            <a:srgbClr val="ffff00"/>
          </a:solidFill>
          <a:ln>
            <a:solidFill>
              <a:srgbClr val="000000"/>
            </a:solidFill>
            <a:round/>
          </a:ln>
        </p:spPr>
        <p:style>
          <a:lnRef idx="2">
            <a:schemeClr val="accent1">
              <a:shade val="50000"/>
            </a:schemeClr>
          </a:lnRef>
          <a:fillRef idx="1">
            <a:schemeClr val="accent1"/>
          </a:fillRef>
          <a:effectRef idx="0">
            <a:schemeClr val="accent1"/>
          </a:effectRef>
          <a:fontRef idx="minor"/>
        </p:style>
      </p:sp>
      <p:sp>
        <p:nvSpPr>
          <p:cNvPr id="194" name="TextBox 295"/>
          <p:cNvSpPr/>
          <p:nvPr/>
        </p:nvSpPr>
        <p:spPr>
          <a:xfrm>
            <a:off x="4391280" y="5048280"/>
            <a:ext cx="1551960" cy="2419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US" sz="1000" spc="-1" strike="noStrike">
                <a:solidFill>
                  <a:srgbClr val="000000"/>
                </a:solidFill>
                <a:latin typeface="Times New Roman"/>
              </a:rPr>
              <a:t>Investigative Summary</a:t>
            </a:r>
            <a:endParaRPr b="0" lang="en-US" sz="1000" spc="-1" strike="noStrike">
              <a:latin typeface="Arial"/>
            </a:endParaRPr>
          </a:p>
        </p:txBody>
      </p:sp>
      <p:sp>
        <p:nvSpPr>
          <p:cNvPr id="195" name="Rectangle 296"/>
          <p:cNvSpPr/>
          <p:nvPr/>
        </p:nvSpPr>
        <p:spPr>
          <a:xfrm>
            <a:off x="5847120" y="5030280"/>
            <a:ext cx="1419840" cy="322560"/>
          </a:xfrm>
          <a:prstGeom prst="rect">
            <a:avLst/>
          </a:prstGeom>
          <a:solidFill>
            <a:srgbClr val="ffff00"/>
          </a:solidFill>
          <a:ln>
            <a:solidFill>
              <a:srgbClr val="000000"/>
            </a:solidFill>
            <a:round/>
          </a:ln>
        </p:spPr>
        <p:style>
          <a:lnRef idx="2">
            <a:schemeClr val="accent1">
              <a:shade val="50000"/>
            </a:schemeClr>
          </a:lnRef>
          <a:fillRef idx="1">
            <a:schemeClr val="accent1"/>
          </a:fillRef>
          <a:effectRef idx="0">
            <a:schemeClr val="accent1"/>
          </a:effectRef>
          <a:fontRef idx="minor"/>
        </p:style>
      </p:sp>
      <p:sp>
        <p:nvSpPr>
          <p:cNvPr id="196" name="TextBox 297"/>
          <p:cNvSpPr/>
          <p:nvPr/>
        </p:nvSpPr>
        <p:spPr>
          <a:xfrm>
            <a:off x="5915160" y="5066280"/>
            <a:ext cx="1551960" cy="2419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US" sz="1000" spc="-1" strike="noStrike">
                <a:solidFill>
                  <a:srgbClr val="000000"/>
                </a:solidFill>
                <a:latin typeface="Times New Roman"/>
              </a:rPr>
              <a:t>Oral Board Packages</a:t>
            </a:r>
            <a:endParaRPr b="0" lang="en-US" sz="1000" spc="-1" strike="noStrike">
              <a:latin typeface="Arial"/>
            </a:endParaRPr>
          </a:p>
        </p:txBody>
      </p:sp>
      <p:sp>
        <p:nvSpPr>
          <p:cNvPr id="197" name="Rectangle 299"/>
          <p:cNvSpPr/>
          <p:nvPr/>
        </p:nvSpPr>
        <p:spPr>
          <a:xfrm>
            <a:off x="2390400" y="1932480"/>
            <a:ext cx="1660320" cy="295920"/>
          </a:xfrm>
          <a:prstGeom prst="rect">
            <a:avLst/>
          </a:prstGeom>
          <a:solidFill>
            <a:srgbClr val="ffff00"/>
          </a:solidFill>
          <a:ln>
            <a:solidFill>
              <a:srgbClr val="000000"/>
            </a:solidFill>
            <a:round/>
          </a:ln>
        </p:spPr>
        <p:style>
          <a:lnRef idx="2">
            <a:schemeClr val="accent1">
              <a:shade val="50000"/>
            </a:schemeClr>
          </a:lnRef>
          <a:fillRef idx="1">
            <a:schemeClr val="accent1"/>
          </a:fillRef>
          <a:effectRef idx="0">
            <a:schemeClr val="accent1"/>
          </a:effectRef>
          <a:fontRef idx="minor"/>
        </p:style>
      </p:sp>
      <p:sp>
        <p:nvSpPr>
          <p:cNvPr id="198" name="TextBox 300"/>
          <p:cNvSpPr/>
          <p:nvPr/>
        </p:nvSpPr>
        <p:spPr>
          <a:xfrm>
            <a:off x="2286000" y="1981080"/>
            <a:ext cx="1770120" cy="2419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1" lang="en-US" sz="1000" spc="-1" strike="noStrike">
                <a:solidFill>
                  <a:srgbClr val="000000"/>
                </a:solidFill>
                <a:latin typeface="Times New Roman"/>
              </a:rPr>
              <a:t>    </a:t>
            </a:r>
            <a:r>
              <a:rPr b="1" lang="en-US" sz="1000" spc="-1" strike="noStrike">
                <a:solidFill>
                  <a:srgbClr val="000000"/>
                </a:solidFill>
                <a:latin typeface="Times New Roman"/>
              </a:rPr>
              <a:t>Background Staff Review</a:t>
            </a:r>
            <a:endParaRPr b="0" lang="en-US" sz="1000" spc="-1" strike="noStrike">
              <a:latin typeface="Arial"/>
            </a:endParaRPr>
          </a:p>
        </p:txBody>
      </p:sp>
      <p:sp>
        <p:nvSpPr>
          <p:cNvPr id="199" name="Rectangle 301"/>
          <p:cNvSpPr/>
          <p:nvPr/>
        </p:nvSpPr>
        <p:spPr>
          <a:xfrm>
            <a:off x="1676520" y="1066680"/>
            <a:ext cx="3176280" cy="856800"/>
          </a:xfrm>
          <a:prstGeom prst="rect">
            <a:avLst/>
          </a:prstGeom>
          <a:solidFill>
            <a:srgbClr val="ffff00"/>
          </a:solidFill>
          <a:ln>
            <a:solidFill>
              <a:srgbClr val="000000"/>
            </a:solidFill>
            <a:round/>
          </a:ln>
        </p:spPr>
        <p:style>
          <a:lnRef idx="2">
            <a:schemeClr val="accent1">
              <a:shade val="50000"/>
            </a:schemeClr>
          </a:lnRef>
          <a:fillRef idx="1">
            <a:schemeClr val="accent1"/>
          </a:fillRef>
          <a:effectRef idx="0">
            <a:schemeClr val="accent1"/>
          </a:effectRef>
          <a:fontRef idx="minor"/>
        </p:style>
        <p:txBody>
          <a:bodyPr numCol="1" spcCol="0" anchor="t">
            <a:noAutofit/>
          </a:bodyPr>
          <a:p>
            <a:pPr algn="ctr">
              <a:lnSpc>
                <a:spcPct val="115000"/>
              </a:lnSpc>
              <a:buNone/>
            </a:pPr>
            <a:r>
              <a:rPr b="1" lang="en-US" sz="1000" spc="-1" strike="noStrike">
                <a:solidFill>
                  <a:srgbClr val="000000"/>
                </a:solidFill>
                <a:latin typeface="Times New Roman"/>
                <a:ea typeface="Calibri"/>
              </a:rPr>
              <a:t>Receive Eligibility List from Civil Service Commission</a:t>
            </a:r>
            <a:endParaRPr b="0" lang="en-US" sz="1000" spc="-1" strike="noStrike">
              <a:latin typeface="Arial"/>
            </a:endParaRPr>
          </a:p>
          <a:p>
            <a:pPr marL="171360" indent="-171360">
              <a:lnSpc>
                <a:spcPct val="115000"/>
              </a:lnSpc>
              <a:buClr>
                <a:srgbClr val="000000"/>
              </a:buClr>
              <a:buFont typeface="Arial"/>
              <a:buChar char="•"/>
            </a:pPr>
            <a:r>
              <a:rPr b="0" lang="en-US" sz="900" spc="-1" strike="noStrike">
                <a:solidFill>
                  <a:srgbClr val="000000"/>
                </a:solidFill>
                <a:latin typeface="Times New Roman"/>
                <a:ea typeface="Calibri"/>
              </a:rPr>
              <a:t>Email invite to candidate to complete Personal History Statement (PHS) and associated documents/waivers in the Peace Officer Background Investigation Tracking System (POBITS)</a:t>
            </a:r>
            <a:endParaRPr b="0" lang="en-US" sz="900" spc="-1" strike="noStrike">
              <a:latin typeface="Arial"/>
            </a:endParaRPr>
          </a:p>
        </p:txBody>
      </p:sp>
      <p:sp>
        <p:nvSpPr>
          <p:cNvPr id="200" name="Right Arrow 302"/>
          <p:cNvSpPr/>
          <p:nvPr/>
        </p:nvSpPr>
        <p:spPr>
          <a:xfrm>
            <a:off x="3962520" y="2466360"/>
            <a:ext cx="733680" cy="66960"/>
          </a:xfrm>
          <a:prstGeom prst="rightArrow">
            <a:avLst>
              <a:gd name="adj1" fmla="val 50000"/>
              <a:gd name="adj2" fmla="val 50000"/>
            </a:avLst>
          </a:prstGeom>
          <a:solidFill>
            <a:schemeClr val="tx1"/>
          </a:solidFill>
          <a:ln>
            <a:noFill/>
          </a:ln>
        </p:spPr>
        <p:style>
          <a:lnRef idx="2">
            <a:schemeClr val="accent1">
              <a:shade val="50000"/>
            </a:schemeClr>
          </a:lnRef>
          <a:fillRef idx="1">
            <a:schemeClr val="accent1"/>
          </a:fillRef>
          <a:effectRef idx="0">
            <a:schemeClr val="accent1"/>
          </a:effectRef>
          <a:fontRef idx="minor"/>
        </p:style>
      </p:sp>
      <p:sp>
        <p:nvSpPr>
          <p:cNvPr id="201" name="Right Arrow 303"/>
          <p:cNvSpPr/>
          <p:nvPr/>
        </p:nvSpPr>
        <p:spPr>
          <a:xfrm>
            <a:off x="4022640" y="3456720"/>
            <a:ext cx="673560" cy="45360"/>
          </a:xfrm>
          <a:prstGeom prst="rightArrow">
            <a:avLst>
              <a:gd name="adj1" fmla="val 50000"/>
              <a:gd name="adj2" fmla="val 50000"/>
            </a:avLst>
          </a:prstGeom>
          <a:solidFill>
            <a:schemeClr val="tx1"/>
          </a:solidFill>
          <a:ln>
            <a:noFill/>
          </a:ln>
        </p:spPr>
        <p:style>
          <a:lnRef idx="2">
            <a:schemeClr val="accent1">
              <a:shade val="50000"/>
            </a:schemeClr>
          </a:lnRef>
          <a:fillRef idx="1">
            <a:schemeClr val="accent1"/>
          </a:fillRef>
          <a:effectRef idx="0">
            <a:schemeClr val="accent1"/>
          </a:effectRef>
          <a:fontRef idx="minor"/>
        </p:style>
      </p:sp>
      <p:sp>
        <p:nvSpPr>
          <p:cNvPr id="202" name="TextBox 304"/>
          <p:cNvSpPr/>
          <p:nvPr/>
        </p:nvSpPr>
        <p:spPr>
          <a:xfrm>
            <a:off x="5058000" y="2190600"/>
            <a:ext cx="1799640" cy="4244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i="1" lang="en-US" sz="1200" spc="-1" strike="noStrike">
                <a:solidFill>
                  <a:srgbClr val="000000"/>
                </a:solidFill>
                <a:latin typeface="Times New Roman"/>
              </a:rPr>
              <a:t>             </a:t>
            </a:r>
            <a:r>
              <a:rPr b="1" i="1" lang="en-US" sz="1200" spc="-1" strike="noStrike">
                <a:solidFill>
                  <a:srgbClr val="000000"/>
                </a:solidFill>
                <a:latin typeface="Times New Roman"/>
              </a:rPr>
              <a:t>Removal</a:t>
            </a:r>
            <a:endParaRPr b="0" lang="en-US" sz="1200" spc="-1" strike="noStrike">
              <a:latin typeface="Arial"/>
            </a:endParaRPr>
          </a:p>
          <a:p>
            <a:pPr marL="171360" indent="-171360">
              <a:lnSpc>
                <a:spcPct val="100000"/>
              </a:lnSpc>
              <a:buClr>
                <a:srgbClr val="000000"/>
              </a:buClr>
              <a:buFont typeface="Arial"/>
              <a:buChar char="•"/>
            </a:pPr>
            <a:r>
              <a:rPr b="0" lang="en-US" sz="1000" spc="-1" strike="noStrike">
                <a:solidFill>
                  <a:srgbClr val="000000"/>
                </a:solidFill>
                <a:latin typeface="Times New Roman"/>
              </a:rPr>
              <a:t>Appeal to Civil Service</a:t>
            </a:r>
            <a:endParaRPr b="0" lang="en-US" sz="1000" spc="-1" strike="noStrike">
              <a:latin typeface="Arial"/>
            </a:endParaRPr>
          </a:p>
        </p:txBody>
      </p:sp>
      <p:sp>
        <p:nvSpPr>
          <p:cNvPr id="203" name="TextBox 305"/>
          <p:cNvSpPr/>
          <p:nvPr/>
        </p:nvSpPr>
        <p:spPr>
          <a:xfrm>
            <a:off x="4853160" y="3105000"/>
            <a:ext cx="2461680" cy="39420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US" sz="1000" spc="-1" strike="noStrike">
                <a:solidFill>
                  <a:srgbClr val="000000"/>
                </a:solidFill>
                <a:latin typeface="Times New Roman"/>
              </a:rPr>
              <a:t>Appeal Granted         Appeal Denied </a:t>
            </a:r>
            <a:endParaRPr b="0" lang="en-US" sz="1000" spc="-1" strike="noStrike">
              <a:latin typeface="Arial"/>
            </a:endParaRPr>
          </a:p>
          <a:p>
            <a:pPr>
              <a:lnSpc>
                <a:spcPct val="100000"/>
              </a:lnSpc>
              <a:buNone/>
            </a:pPr>
            <a:r>
              <a:rPr b="0" lang="en-US" sz="1000" spc="-1" strike="noStrike">
                <a:solidFill>
                  <a:srgbClr val="000000"/>
                </a:solidFill>
                <a:latin typeface="Times New Roman"/>
              </a:rPr>
              <a:t>-Back in Process       -Out of Process</a:t>
            </a:r>
            <a:endParaRPr b="0" lang="en-US" sz="1000" spc="-1" strike="noStrike">
              <a:latin typeface="Arial"/>
            </a:endParaRPr>
          </a:p>
        </p:txBody>
      </p:sp>
      <p:sp>
        <p:nvSpPr>
          <p:cNvPr id="204" name="Right Arrow 306"/>
          <p:cNvSpPr/>
          <p:nvPr/>
        </p:nvSpPr>
        <p:spPr>
          <a:xfrm rot="5400000">
            <a:off x="6339960" y="2891520"/>
            <a:ext cx="380520" cy="45360"/>
          </a:xfrm>
          <a:prstGeom prst="rightArrow">
            <a:avLst>
              <a:gd name="adj1" fmla="val 50000"/>
              <a:gd name="adj2" fmla="val 50000"/>
            </a:avLst>
          </a:prstGeom>
          <a:solidFill>
            <a:schemeClr val="tx1"/>
          </a:solidFill>
          <a:ln>
            <a:noFill/>
          </a:ln>
        </p:spPr>
        <p:style>
          <a:lnRef idx="2">
            <a:schemeClr val="accent1">
              <a:shade val="50000"/>
            </a:schemeClr>
          </a:lnRef>
          <a:fillRef idx="1">
            <a:schemeClr val="accent1"/>
          </a:fillRef>
          <a:effectRef idx="0">
            <a:schemeClr val="accent1"/>
          </a:effectRef>
          <a:fontRef idx="minor"/>
        </p:style>
      </p:sp>
      <p:sp>
        <p:nvSpPr>
          <p:cNvPr id="205" name="Right Arrow 307"/>
          <p:cNvSpPr/>
          <p:nvPr/>
        </p:nvSpPr>
        <p:spPr>
          <a:xfrm rot="5400000">
            <a:off x="5151240" y="2891520"/>
            <a:ext cx="380520" cy="45360"/>
          </a:xfrm>
          <a:prstGeom prst="rightArrow">
            <a:avLst>
              <a:gd name="adj1" fmla="val 50000"/>
              <a:gd name="adj2" fmla="val 50000"/>
            </a:avLst>
          </a:prstGeom>
          <a:solidFill>
            <a:schemeClr val="tx1"/>
          </a:solidFill>
          <a:ln>
            <a:noFill/>
          </a:ln>
        </p:spPr>
        <p:style>
          <a:lnRef idx="2">
            <a:schemeClr val="accent1">
              <a:shade val="50000"/>
            </a:schemeClr>
          </a:lnRef>
          <a:fillRef idx="1">
            <a:schemeClr val="accent1"/>
          </a:fillRef>
          <a:effectRef idx="0">
            <a:schemeClr val="accent1"/>
          </a:effectRef>
          <a:fontRef idx="minor"/>
        </p:style>
      </p:sp>
      <p:sp>
        <p:nvSpPr>
          <p:cNvPr id="206" name="Straight Connector 308"/>
          <p:cNvSpPr/>
          <p:nvPr/>
        </p:nvSpPr>
        <p:spPr>
          <a:xfrm>
            <a:off x="5355360" y="2723760"/>
            <a:ext cx="1174680" cy="360"/>
          </a:xfrm>
          <a:prstGeom prst="line">
            <a:avLst/>
          </a:prstGeom>
          <a:ln>
            <a:solidFill>
              <a:srgbClr val="000000"/>
            </a:solidFill>
            <a:round/>
          </a:ln>
        </p:spPr>
        <p:style>
          <a:lnRef idx="1">
            <a:schemeClr val="accent1"/>
          </a:lnRef>
          <a:fillRef idx="0">
            <a:schemeClr val="accent1"/>
          </a:fillRef>
          <a:effectRef idx="0">
            <a:schemeClr val="accent1"/>
          </a:effectRef>
          <a:fontRef idx="minor"/>
        </p:style>
      </p:sp>
      <p:sp>
        <p:nvSpPr>
          <p:cNvPr id="207" name="Rectangle 312"/>
          <p:cNvSpPr/>
          <p:nvPr/>
        </p:nvSpPr>
        <p:spPr>
          <a:xfrm>
            <a:off x="2577240" y="2296440"/>
            <a:ext cx="1423440" cy="388440"/>
          </a:xfrm>
          <a:prstGeom prst="rect">
            <a:avLst/>
          </a:prstGeom>
          <a:solidFill>
            <a:srgbClr val="ffff00"/>
          </a:solidFill>
          <a:ln>
            <a:solidFill>
              <a:srgbClr val="000000"/>
            </a:solidFill>
            <a:round/>
          </a:ln>
        </p:spPr>
        <p:style>
          <a:lnRef idx="2">
            <a:schemeClr val="accent1">
              <a:shade val="50000"/>
            </a:schemeClr>
          </a:lnRef>
          <a:fillRef idx="1">
            <a:schemeClr val="accent1"/>
          </a:fillRef>
          <a:effectRef idx="0">
            <a:schemeClr val="accent1"/>
          </a:effectRef>
          <a:fontRef idx="minor"/>
        </p:style>
        <p:txBody>
          <a:bodyPr numCol="1" spcCol="0" anchor="t">
            <a:noAutofit/>
          </a:bodyPr>
          <a:p>
            <a:pPr algn="ctr">
              <a:lnSpc>
                <a:spcPct val="115000"/>
              </a:lnSpc>
              <a:buNone/>
            </a:pPr>
            <a:r>
              <a:rPr b="1" lang="en-US" sz="1000" spc="-1" strike="noStrike">
                <a:solidFill>
                  <a:srgbClr val="000000"/>
                </a:solidFill>
                <a:latin typeface="Times New Roman"/>
                <a:ea typeface="Calibri"/>
              </a:rPr>
              <a:t>Background Checks &amp; Ma</a:t>
            </a:r>
            <a:r>
              <a:rPr b="0" lang="en-US" sz="1000" spc="-1" strike="noStrike">
                <a:solidFill>
                  <a:srgbClr val="000000"/>
                </a:solidFill>
                <a:latin typeface="Times New Roman"/>
                <a:ea typeface="Calibri"/>
              </a:rPr>
              <a:t>i</a:t>
            </a:r>
            <a:r>
              <a:rPr b="1" lang="en-US" sz="1000" spc="-1" strike="noStrike">
                <a:solidFill>
                  <a:srgbClr val="000000"/>
                </a:solidFill>
                <a:latin typeface="Times New Roman"/>
                <a:ea typeface="Calibri"/>
              </a:rPr>
              <a:t>lers</a:t>
            </a:r>
            <a:endParaRPr b="0" lang="en-US" sz="1000" spc="-1" strike="noStrike">
              <a:latin typeface="Arial"/>
            </a:endParaRPr>
          </a:p>
        </p:txBody>
      </p:sp>
      <p:sp>
        <p:nvSpPr>
          <p:cNvPr id="208" name="Rectangle 313"/>
          <p:cNvSpPr/>
          <p:nvPr/>
        </p:nvSpPr>
        <p:spPr>
          <a:xfrm>
            <a:off x="2362320" y="2784600"/>
            <a:ext cx="1711440" cy="491760"/>
          </a:xfrm>
          <a:prstGeom prst="rect">
            <a:avLst/>
          </a:prstGeom>
          <a:solidFill>
            <a:srgbClr val="ffff00"/>
          </a:solidFill>
          <a:ln>
            <a:solidFill>
              <a:srgbClr val="000000"/>
            </a:solidFill>
            <a:round/>
          </a:ln>
        </p:spPr>
        <p:style>
          <a:lnRef idx="2">
            <a:schemeClr val="accent1">
              <a:shade val="50000"/>
            </a:schemeClr>
          </a:lnRef>
          <a:fillRef idx="1">
            <a:schemeClr val="accent1"/>
          </a:fillRef>
          <a:effectRef idx="0">
            <a:schemeClr val="accent1"/>
          </a:effectRef>
          <a:fontRef idx="minor"/>
        </p:style>
        <p:txBody>
          <a:bodyPr numCol="1" spcCol="0" anchor="t">
            <a:noAutofit/>
          </a:bodyPr>
          <a:p>
            <a:pPr>
              <a:lnSpc>
                <a:spcPct val="115000"/>
              </a:lnSpc>
              <a:buNone/>
            </a:pPr>
            <a:r>
              <a:rPr b="1" lang="en-US" sz="1000" spc="-1" strike="noStrike">
                <a:solidFill>
                  <a:srgbClr val="000000"/>
                </a:solidFill>
                <a:latin typeface="Times New Roman"/>
                <a:ea typeface="Calibri"/>
              </a:rPr>
              <a:t>Pre-interview &amp; Polygraph</a:t>
            </a:r>
            <a:endParaRPr b="0" lang="en-US" sz="1000" spc="-1" strike="noStrike">
              <a:latin typeface="Arial"/>
            </a:endParaRPr>
          </a:p>
          <a:p>
            <a:pPr marL="171360" indent="-171360">
              <a:lnSpc>
                <a:spcPct val="115000"/>
              </a:lnSpc>
              <a:buClr>
                <a:srgbClr val="000000"/>
              </a:buClr>
              <a:buFont typeface="Arial"/>
              <a:buChar char="•"/>
            </a:pPr>
            <a:r>
              <a:rPr b="1" lang="en-US" sz="1000" spc="-1" strike="noStrike">
                <a:solidFill>
                  <a:srgbClr val="000000"/>
                </a:solidFill>
                <a:latin typeface="Times New Roman"/>
                <a:ea typeface="Calibri"/>
              </a:rPr>
              <a:t>Photos/Fingerprints </a:t>
            </a:r>
            <a:endParaRPr b="0" lang="en-US" sz="1000" spc="-1" strike="noStrike">
              <a:latin typeface="Arial"/>
            </a:endParaRPr>
          </a:p>
        </p:txBody>
      </p:sp>
      <p:sp>
        <p:nvSpPr>
          <p:cNvPr id="209" name="TextBox 314"/>
          <p:cNvSpPr/>
          <p:nvPr/>
        </p:nvSpPr>
        <p:spPr>
          <a:xfrm>
            <a:off x="2633760" y="6095880"/>
            <a:ext cx="1404360" cy="394200"/>
          </a:xfrm>
          <a:prstGeom prst="rect">
            <a:avLst/>
          </a:prstGeom>
          <a:solidFill>
            <a:srgbClr val="ffff00"/>
          </a:solidFill>
          <a:ln w="0">
            <a:noFill/>
          </a:ln>
        </p:spPr>
        <p:style>
          <a:lnRef idx="0"/>
          <a:fillRef idx="0"/>
          <a:effectRef idx="0"/>
          <a:fontRef idx="minor"/>
        </p:style>
        <p:txBody>
          <a:bodyPr lIns="90000" rIns="90000" tIns="45000" bIns="45000" anchor="t">
            <a:spAutoFit/>
          </a:bodyPr>
          <a:p>
            <a:pPr algn="ctr">
              <a:lnSpc>
                <a:spcPct val="100000"/>
              </a:lnSpc>
              <a:buNone/>
            </a:pPr>
            <a:r>
              <a:rPr b="1" lang="en-US" sz="1000" spc="-1" strike="noStrike">
                <a:solidFill>
                  <a:srgbClr val="000000"/>
                </a:solidFill>
                <a:latin typeface="Times New Roman"/>
              </a:rPr>
              <a:t>Chain of Command </a:t>
            </a:r>
            <a:endParaRPr b="0" lang="en-US" sz="1000" spc="-1" strike="noStrike">
              <a:latin typeface="Arial"/>
            </a:endParaRPr>
          </a:p>
          <a:p>
            <a:pPr algn="ctr">
              <a:lnSpc>
                <a:spcPct val="100000"/>
              </a:lnSpc>
              <a:buNone/>
            </a:pPr>
            <a:r>
              <a:rPr b="1" lang="en-US" sz="1000" spc="-1" strike="noStrike">
                <a:solidFill>
                  <a:srgbClr val="000000"/>
                </a:solidFill>
                <a:latin typeface="Times New Roman"/>
              </a:rPr>
              <a:t>Review</a:t>
            </a:r>
            <a:endParaRPr b="0" lang="en-US" sz="1000" spc="-1" strike="noStrike">
              <a:latin typeface="Arial"/>
            </a:endParaRPr>
          </a:p>
        </p:txBody>
      </p:sp>
      <p:pic>
        <p:nvPicPr>
          <p:cNvPr id="210" name="Picture 2" descr=""/>
          <p:cNvPicPr/>
          <p:nvPr/>
        </p:nvPicPr>
        <p:blipFill>
          <a:blip r:embed="rId4"/>
          <a:stretch/>
        </p:blipFill>
        <p:spPr>
          <a:xfrm>
            <a:off x="7515360" y="1112760"/>
            <a:ext cx="1495800" cy="996840"/>
          </a:xfrm>
          <a:prstGeom prst="rect">
            <a:avLst/>
          </a:prstGeom>
          <a:ln w="0">
            <a:noFill/>
          </a:ln>
        </p:spPr>
      </p:pic>
      <p:pic>
        <p:nvPicPr>
          <p:cNvPr id="211" name="Picture 6" descr=""/>
          <p:cNvPicPr/>
          <p:nvPr/>
        </p:nvPicPr>
        <p:blipFill>
          <a:blip r:embed="rId5"/>
          <a:stretch/>
        </p:blipFill>
        <p:spPr>
          <a:xfrm>
            <a:off x="7904520" y="3494880"/>
            <a:ext cx="717480" cy="711720"/>
          </a:xfrm>
          <a:prstGeom prst="rect">
            <a:avLst/>
          </a:prstGeom>
          <a:ln w="0">
            <a:noFill/>
          </a:ln>
        </p:spPr>
      </p:pic>
      <p:pic>
        <p:nvPicPr>
          <p:cNvPr id="212" name="Picture 21" descr=""/>
          <p:cNvPicPr/>
          <p:nvPr/>
        </p:nvPicPr>
        <p:blipFill>
          <a:blip r:embed="rId6"/>
          <a:stretch/>
        </p:blipFill>
        <p:spPr>
          <a:xfrm>
            <a:off x="7352640" y="5486400"/>
            <a:ext cx="1638720" cy="1229040"/>
          </a:xfrm>
          <a:prstGeom prst="rect">
            <a:avLst/>
          </a:prstGeom>
          <a:ln w="0">
            <a:noFill/>
          </a:ln>
        </p:spPr>
      </p:pic>
      <p:pic>
        <p:nvPicPr>
          <p:cNvPr id="213" name="Picture 47" descr=""/>
          <p:cNvPicPr/>
          <p:nvPr/>
        </p:nvPicPr>
        <p:blipFill>
          <a:blip r:embed="rId7"/>
          <a:stretch/>
        </p:blipFill>
        <p:spPr>
          <a:xfrm>
            <a:off x="4858560" y="5552640"/>
            <a:ext cx="1671840" cy="1250280"/>
          </a:xfrm>
          <a:prstGeom prst="rect">
            <a:avLst/>
          </a:prstGeom>
          <a:ln w="0">
            <a:noFill/>
          </a:ln>
        </p:spPr>
      </p:pic>
      <p:pic>
        <p:nvPicPr>
          <p:cNvPr id="214" name="Picture 49" descr=""/>
          <p:cNvPicPr/>
          <p:nvPr/>
        </p:nvPicPr>
        <p:blipFill>
          <a:blip r:embed="rId8"/>
          <a:stretch/>
        </p:blipFill>
        <p:spPr>
          <a:xfrm>
            <a:off x="7372440" y="4229280"/>
            <a:ext cx="1638720" cy="1230480"/>
          </a:xfrm>
          <a:prstGeom prst="rect">
            <a:avLst/>
          </a:prstGeom>
          <a:ln w="0">
            <a:noFill/>
          </a:ln>
        </p:spPr>
      </p:pic>
      <p:pic>
        <p:nvPicPr>
          <p:cNvPr id="215" name="Picture 3" descr=""/>
          <p:cNvPicPr/>
          <p:nvPr/>
        </p:nvPicPr>
        <p:blipFill>
          <a:blip r:embed="rId9"/>
          <a:stretch/>
        </p:blipFill>
        <p:spPr>
          <a:xfrm>
            <a:off x="132840" y="1143000"/>
            <a:ext cx="1410120" cy="717840"/>
          </a:xfrm>
          <a:prstGeom prst="rect">
            <a:avLst/>
          </a:prstGeom>
          <a:ln w="0">
            <a:noFill/>
          </a:ln>
        </p:spPr>
      </p:pic>
      <p:pic>
        <p:nvPicPr>
          <p:cNvPr id="216" name="Picture 10" descr=""/>
          <p:cNvPicPr/>
          <p:nvPr/>
        </p:nvPicPr>
        <p:blipFill>
          <a:blip r:embed="rId10"/>
          <a:stretch/>
        </p:blipFill>
        <p:spPr>
          <a:xfrm>
            <a:off x="75960" y="5748840"/>
            <a:ext cx="1523520" cy="1053360"/>
          </a:xfrm>
          <a:prstGeom prst="rect">
            <a:avLst/>
          </a:prstGeom>
          <a:ln w="0">
            <a:noFill/>
          </a:ln>
        </p:spPr>
      </p:pic>
      <p:pic>
        <p:nvPicPr>
          <p:cNvPr id="217" name="Picture 12" descr=""/>
          <p:cNvPicPr/>
          <p:nvPr/>
        </p:nvPicPr>
        <p:blipFill>
          <a:blip r:embed="rId11"/>
          <a:stretch/>
        </p:blipFill>
        <p:spPr>
          <a:xfrm>
            <a:off x="76320" y="1902600"/>
            <a:ext cx="1554840" cy="973080"/>
          </a:xfrm>
          <a:prstGeom prst="rect">
            <a:avLst/>
          </a:prstGeom>
          <a:ln w="0">
            <a:noFill/>
          </a:ln>
        </p:spPr>
      </p:pic>
      <p:pic>
        <p:nvPicPr>
          <p:cNvPr id="218" name="Picture 13" descr=""/>
          <p:cNvPicPr/>
          <p:nvPr/>
        </p:nvPicPr>
        <p:blipFill>
          <a:blip r:embed="rId12"/>
          <a:stretch/>
        </p:blipFill>
        <p:spPr>
          <a:xfrm>
            <a:off x="62280" y="2930760"/>
            <a:ext cx="1812240" cy="1209600"/>
          </a:xfrm>
          <a:prstGeom prst="rect">
            <a:avLst/>
          </a:prstGeom>
          <a:ln w="0">
            <a:noFill/>
          </a:ln>
        </p:spPr>
      </p:pic>
      <p:pic>
        <p:nvPicPr>
          <p:cNvPr id="219" name="Picture 14" descr=""/>
          <p:cNvPicPr/>
          <p:nvPr/>
        </p:nvPicPr>
        <p:blipFill>
          <a:blip r:embed="rId13"/>
          <a:stretch/>
        </p:blipFill>
        <p:spPr>
          <a:xfrm>
            <a:off x="104040" y="4296240"/>
            <a:ext cx="1627920" cy="1256040"/>
          </a:xfrm>
          <a:prstGeom prst="rect">
            <a:avLst/>
          </a:prstGeom>
          <a:ln w="0">
            <a:noFill/>
          </a:ln>
        </p:spPr>
      </p:pic>
      <p:pic>
        <p:nvPicPr>
          <p:cNvPr id="220" name="Picture 2" descr=""/>
          <p:cNvPicPr/>
          <p:nvPr/>
        </p:nvPicPr>
        <p:blipFill>
          <a:blip r:embed="rId14"/>
          <a:stretch/>
        </p:blipFill>
        <p:spPr>
          <a:xfrm>
            <a:off x="7364880" y="2183760"/>
            <a:ext cx="1653480" cy="1232640"/>
          </a:xfrm>
          <a:prstGeom prst="rect">
            <a:avLst/>
          </a:prstGeom>
          <a:ln w="0">
            <a:noFill/>
          </a:ln>
        </p:spPr>
      </p:pic>
      <p:sp>
        <p:nvSpPr>
          <p:cNvPr id="221" name="Right Arrow 48"/>
          <p:cNvSpPr/>
          <p:nvPr/>
        </p:nvSpPr>
        <p:spPr>
          <a:xfrm>
            <a:off x="2100960" y="2543400"/>
            <a:ext cx="432000" cy="46800"/>
          </a:xfrm>
          <a:prstGeom prst="rightArrow">
            <a:avLst>
              <a:gd name="adj1" fmla="val 50000"/>
              <a:gd name="adj2" fmla="val 50000"/>
            </a:avLst>
          </a:prstGeom>
          <a:solidFill>
            <a:schemeClr val="tx1"/>
          </a:solidFill>
          <a:ln>
            <a:noFill/>
          </a:ln>
        </p:spPr>
        <p:style>
          <a:lnRef idx="2">
            <a:schemeClr val="accent1">
              <a:shade val="50000"/>
            </a:schemeClr>
          </a:lnRef>
          <a:fillRef idx="1">
            <a:schemeClr val="accent1"/>
          </a:fillRef>
          <a:effectRef idx="0">
            <a:schemeClr val="accent1"/>
          </a:effectRef>
          <a:fontRef idx="minor"/>
        </p:style>
      </p:sp>
      <p:sp>
        <p:nvSpPr>
          <p:cNvPr id="222" name="Straight Connector 5"/>
          <p:cNvSpPr/>
          <p:nvPr/>
        </p:nvSpPr>
        <p:spPr>
          <a:xfrm>
            <a:off x="2100600" y="2567160"/>
            <a:ext cx="32760" cy="1776960"/>
          </a:xfrm>
          <a:prstGeom prst="line">
            <a:avLst/>
          </a:prstGeom>
          <a:ln w="28575">
            <a:solidFill>
              <a:srgbClr val="000000"/>
            </a:solidFill>
            <a:round/>
          </a:ln>
        </p:spPr>
        <p:style>
          <a:lnRef idx="1">
            <a:schemeClr val="accent1"/>
          </a:lnRef>
          <a:fillRef idx="0">
            <a:schemeClr val="accent1"/>
          </a:fillRef>
          <a:effectRef idx="0">
            <a:schemeClr val="accent1"/>
          </a:effectRef>
          <a:fontRef idx="minor"/>
        </p:style>
      </p:sp>
      <p:sp>
        <p:nvSpPr>
          <p:cNvPr id="223" name="Right Arrow 53"/>
          <p:cNvSpPr/>
          <p:nvPr/>
        </p:nvSpPr>
        <p:spPr>
          <a:xfrm>
            <a:off x="2133720" y="4297680"/>
            <a:ext cx="228240" cy="45360"/>
          </a:xfrm>
          <a:prstGeom prst="rightArrow">
            <a:avLst>
              <a:gd name="adj1" fmla="val 50000"/>
              <a:gd name="adj2" fmla="val 50000"/>
            </a:avLst>
          </a:prstGeom>
          <a:solidFill>
            <a:schemeClr val="tx1"/>
          </a:solidFill>
          <a:ln>
            <a:noFill/>
          </a:ln>
        </p:spPr>
        <p:style>
          <a:lnRef idx="2">
            <a:schemeClr val="accent1">
              <a:shade val="50000"/>
            </a:schemeClr>
          </a:lnRef>
          <a:fillRef idx="1">
            <a:schemeClr val="accent1"/>
          </a:fillRef>
          <a:effectRef idx="0">
            <a:schemeClr val="accent1"/>
          </a:effectRef>
          <a:fontRef idx="minor"/>
        </p:style>
      </p:sp>
      <p:sp>
        <p:nvSpPr>
          <p:cNvPr id="224" name="Rectangle 62"/>
          <p:cNvSpPr/>
          <p:nvPr/>
        </p:nvSpPr>
        <p:spPr>
          <a:xfrm>
            <a:off x="5029200" y="1447920"/>
            <a:ext cx="2153160" cy="638640"/>
          </a:xfrm>
          <a:prstGeom prst="rect">
            <a:avLst/>
          </a:prstGeom>
          <a:solidFill>
            <a:srgbClr val="ffff00"/>
          </a:solidFill>
          <a:ln>
            <a:solidFill>
              <a:srgbClr val="000000"/>
            </a:solidFill>
            <a:round/>
          </a:ln>
        </p:spPr>
        <p:style>
          <a:lnRef idx="2">
            <a:schemeClr val="accent1">
              <a:shade val="50000"/>
            </a:schemeClr>
          </a:lnRef>
          <a:fillRef idx="1">
            <a:schemeClr val="accent1"/>
          </a:fillRef>
          <a:effectRef idx="0">
            <a:schemeClr val="accent1"/>
          </a:effectRef>
          <a:fontRef idx="minor"/>
        </p:style>
        <p:txBody>
          <a:bodyPr numCol="1" spcCol="0" anchor="t">
            <a:noAutofit/>
          </a:bodyPr>
          <a:p>
            <a:pPr algn="ctr">
              <a:lnSpc>
                <a:spcPct val="115000"/>
              </a:lnSpc>
              <a:buNone/>
            </a:pPr>
            <a:r>
              <a:rPr b="1" lang="en-US" sz="1000" spc="-1" strike="noStrike">
                <a:solidFill>
                  <a:srgbClr val="000000"/>
                </a:solidFill>
                <a:latin typeface="Times New Roman"/>
                <a:ea typeface="Calibri"/>
              </a:rPr>
              <a:t> </a:t>
            </a:r>
            <a:endParaRPr b="0" lang="en-US" sz="1000" spc="-1" strike="noStrike">
              <a:latin typeface="Arial"/>
            </a:endParaRPr>
          </a:p>
        </p:txBody>
      </p:sp>
      <p:sp>
        <p:nvSpPr>
          <p:cNvPr id="225" name="TextBox 63"/>
          <p:cNvSpPr/>
          <p:nvPr/>
        </p:nvSpPr>
        <p:spPr>
          <a:xfrm>
            <a:off x="5029200" y="1425600"/>
            <a:ext cx="2153160" cy="6987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1" lang="en-US" sz="1000" spc="-1" strike="noStrike">
                <a:solidFill>
                  <a:srgbClr val="000000"/>
                </a:solidFill>
                <a:latin typeface="Times New Roman"/>
              </a:rPr>
              <a:t>   </a:t>
            </a:r>
            <a:r>
              <a:rPr b="1" lang="en-US" sz="1000" spc="-1" strike="noStrike">
                <a:solidFill>
                  <a:srgbClr val="000000"/>
                </a:solidFill>
                <a:latin typeface="Times New Roman"/>
              </a:rPr>
              <a:t>Background Removal Standards for Police Officers and 911 Emergency Communications Employees</a:t>
            </a:r>
            <a:endParaRPr b="0" lang="en-US" sz="1000" spc="-1" strike="noStrike">
              <a:latin typeface="Arial"/>
            </a:endParaRPr>
          </a:p>
        </p:txBody>
      </p:sp>
      <p:sp>
        <p:nvSpPr>
          <p:cNvPr id="226" name="Straight Connector 17"/>
          <p:cNvSpPr/>
          <p:nvPr/>
        </p:nvSpPr>
        <p:spPr>
          <a:xfrm>
            <a:off x="4050720" y="2080440"/>
            <a:ext cx="978480" cy="0"/>
          </a:xfrm>
          <a:prstGeom prst="line">
            <a:avLst/>
          </a:prstGeom>
          <a:ln w="28575">
            <a:solidFill>
              <a:srgbClr val="000000"/>
            </a:solidFill>
            <a:round/>
          </a:ln>
        </p:spPr>
        <p:style>
          <a:lnRef idx="1">
            <a:schemeClr val="accent1"/>
          </a:lnRef>
          <a:fillRef idx="0">
            <a:schemeClr val="accent1"/>
          </a:fillRef>
          <a:effectRef idx="0">
            <a:schemeClr val="accent1"/>
          </a:effectRef>
          <a:fontRef idx="minor"/>
        </p:style>
      </p:sp>
      <p:sp>
        <p:nvSpPr>
          <p:cNvPr id="227" name="Right Arrow 71"/>
          <p:cNvSpPr/>
          <p:nvPr/>
        </p:nvSpPr>
        <p:spPr>
          <a:xfrm>
            <a:off x="4038480" y="2133720"/>
            <a:ext cx="657360" cy="45360"/>
          </a:xfrm>
          <a:prstGeom prst="rightArrow">
            <a:avLst>
              <a:gd name="adj1" fmla="val 50000"/>
              <a:gd name="adj2" fmla="val 50000"/>
            </a:avLst>
          </a:prstGeom>
          <a:solidFill>
            <a:schemeClr val="tx1"/>
          </a:solidFill>
          <a:ln>
            <a:noFill/>
          </a:ln>
        </p:spPr>
        <p:style>
          <a:lnRef idx="2">
            <a:schemeClr val="accent1">
              <a:shade val="50000"/>
            </a:schemeClr>
          </a:lnRef>
          <a:fillRef idx="1">
            <a:schemeClr val="accent1"/>
          </a:fillRef>
          <a:effectRef idx="0">
            <a:schemeClr val="accent1"/>
          </a:effectRef>
          <a:fontRef idx="minor"/>
        </p:style>
      </p:sp>
    </p:spTree>
  </p:cSld>
  <p:transition>
    <p:wedge/>
  </p:transition>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28" name="Picture 2" descr=""/>
          <p:cNvPicPr/>
          <p:nvPr/>
        </p:nvPicPr>
        <p:blipFill>
          <a:blip r:embed="rId1"/>
          <a:srcRect l="0" t="11110" r="0" b="19513"/>
          <a:stretch/>
        </p:blipFill>
        <p:spPr>
          <a:xfrm>
            <a:off x="1795320" y="1547640"/>
            <a:ext cx="5595840" cy="5257440"/>
          </a:xfrm>
          <a:prstGeom prst="rect">
            <a:avLst/>
          </a:prstGeom>
          <a:ln w="9525">
            <a:noFill/>
          </a:ln>
        </p:spPr>
      </p:pic>
      <p:pic>
        <p:nvPicPr>
          <p:cNvPr id="229" name="Picture 4" descr=""/>
          <p:cNvPicPr/>
          <p:nvPr/>
        </p:nvPicPr>
        <p:blipFill>
          <a:blip r:embed="rId2"/>
          <a:stretch/>
        </p:blipFill>
        <p:spPr>
          <a:xfrm>
            <a:off x="0" y="1523880"/>
            <a:ext cx="9143640" cy="23400"/>
          </a:xfrm>
          <a:prstGeom prst="rect">
            <a:avLst/>
          </a:prstGeom>
          <a:ln w="0">
            <a:noFill/>
          </a:ln>
        </p:spPr>
      </p:pic>
      <p:sp>
        <p:nvSpPr>
          <p:cNvPr id="230" name="TextBox 49"/>
          <p:cNvSpPr/>
          <p:nvPr/>
        </p:nvSpPr>
        <p:spPr>
          <a:xfrm>
            <a:off x="0" y="816120"/>
            <a:ext cx="9143640" cy="57708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1" lang="en-US" sz="3200" spc="-1" strike="noStrike">
                <a:solidFill>
                  <a:srgbClr val="1f497d"/>
                </a:solidFill>
                <a:latin typeface="Calibri"/>
              </a:rPr>
              <a:t>Background Investigation Section</a:t>
            </a:r>
            <a:endParaRPr b="0" lang="en-US" sz="3200" spc="-1" strike="noStrike">
              <a:latin typeface="Arial"/>
            </a:endParaRPr>
          </a:p>
        </p:txBody>
      </p:sp>
      <p:sp>
        <p:nvSpPr>
          <p:cNvPr id="231" name="Straight Connector 50"/>
          <p:cNvSpPr/>
          <p:nvPr/>
        </p:nvSpPr>
        <p:spPr>
          <a:xfrm>
            <a:off x="0" y="1447560"/>
            <a:ext cx="9144000" cy="360"/>
          </a:xfrm>
          <a:prstGeom prst="line">
            <a:avLst/>
          </a:prstGeom>
          <a:ln w="31750">
            <a:solidFill>
              <a:srgbClr val="4f81bd">
                <a:lumMod val="75000"/>
              </a:srgbClr>
            </a:solidFill>
            <a:round/>
          </a:ln>
        </p:spPr>
        <p:style>
          <a:lnRef idx="1">
            <a:schemeClr val="accent1"/>
          </a:lnRef>
          <a:fillRef idx="0">
            <a:schemeClr val="accent1"/>
          </a:fillRef>
          <a:effectRef idx="0">
            <a:schemeClr val="accent1"/>
          </a:effectRef>
          <a:fontRef idx="minor"/>
        </p:style>
      </p:sp>
      <p:pic>
        <p:nvPicPr>
          <p:cNvPr id="232" name="Picture 7" descr=""/>
          <p:cNvPicPr/>
          <p:nvPr/>
        </p:nvPicPr>
        <p:blipFill>
          <a:blip r:embed="rId3"/>
          <a:stretch/>
        </p:blipFill>
        <p:spPr>
          <a:xfrm>
            <a:off x="30960" y="1596960"/>
            <a:ext cx="2788200" cy="2094120"/>
          </a:xfrm>
          <a:prstGeom prst="rect">
            <a:avLst/>
          </a:prstGeom>
          <a:ln w="0">
            <a:noFill/>
          </a:ln>
        </p:spPr>
      </p:pic>
      <p:pic>
        <p:nvPicPr>
          <p:cNvPr id="233" name="Picture 5" descr=""/>
          <p:cNvPicPr/>
          <p:nvPr/>
        </p:nvPicPr>
        <p:blipFill>
          <a:blip r:embed="rId4"/>
          <a:stretch/>
        </p:blipFill>
        <p:spPr>
          <a:xfrm>
            <a:off x="6781680" y="5052960"/>
            <a:ext cx="2304720" cy="1728360"/>
          </a:xfrm>
          <a:prstGeom prst="rect">
            <a:avLst/>
          </a:prstGeom>
          <a:ln w="0">
            <a:noFill/>
          </a:ln>
        </p:spPr>
      </p:pic>
      <p:pic>
        <p:nvPicPr>
          <p:cNvPr id="234" name="Picture 9" descr="http://www.columbuspolice.org/calea/images/academycruiser.jpg"/>
          <p:cNvPicPr/>
          <p:nvPr/>
        </p:nvPicPr>
        <p:blipFill>
          <a:blip r:embed="rId5"/>
          <a:stretch/>
        </p:blipFill>
        <p:spPr>
          <a:xfrm>
            <a:off x="43920" y="5226120"/>
            <a:ext cx="3003480" cy="1574640"/>
          </a:xfrm>
          <a:prstGeom prst="rect">
            <a:avLst/>
          </a:prstGeom>
          <a:ln w="0">
            <a:noFill/>
          </a:ln>
        </p:spPr>
      </p:pic>
      <p:pic>
        <p:nvPicPr>
          <p:cNvPr id="235" name="Picture 10" descr=""/>
          <p:cNvPicPr/>
          <p:nvPr/>
        </p:nvPicPr>
        <p:blipFill>
          <a:blip r:embed="rId6"/>
          <a:stretch/>
        </p:blipFill>
        <p:spPr>
          <a:xfrm>
            <a:off x="6324480" y="1840680"/>
            <a:ext cx="2761920" cy="1740240"/>
          </a:xfrm>
          <a:prstGeom prst="rect">
            <a:avLst/>
          </a:prstGeom>
          <a:ln w="0">
            <a:noFill/>
          </a:ln>
        </p:spPr>
      </p:pic>
      <p:pic>
        <p:nvPicPr>
          <p:cNvPr id="236" name="Picture 8" descr=""/>
          <p:cNvPicPr/>
          <p:nvPr/>
        </p:nvPicPr>
        <p:blipFill>
          <a:blip r:embed="rId7"/>
          <a:stretch/>
        </p:blipFill>
        <p:spPr>
          <a:xfrm>
            <a:off x="109440" y="131400"/>
            <a:ext cx="1947600" cy="706680"/>
          </a:xfrm>
          <a:prstGeom prst="rect">
            <a:avLst/>
          </a:prstGeom>
          <a:ln w="0">
            <a:noFill/>
          </a:ln>
        </p:spPr>
      </p:pic>
      <p:pic>
        <p:nvPicPr>
          <p:cNvPr id="237" name="Picture 3" descr=""/>
          <p:cNvPicPr/>
          <p:nvPr/>
        </p:nvPicPr>
        <p:blipFill>
          <a:blip r:embed="rId8"/>
          <a:srcRect l="0" t="0" r="0" b="50000"/>
          <a:stretch/>
        </p:blipFill>
        <p:spPr>
          <a:xfrm>
            <a:off x="7772400" y="84240"/>
            <a:ext cx="1066320" cy="1058400"/>
          </a:xfrm>
          <a:prstGeom prst="rect">
            <a:avLst/>
          </a:prstGeom>
          <a:ln w="0">
            <a:noFill/>
          </a:ln>
          <a:effectLst>
            <a:outerShdw algn="ctr" dir="2700000" dist="35638" rotWithShape="0">
              <a:schemeClr val="bg2"/>
            </a:outerShdw>
          </a:effectLst>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sp>
        <p:nvSpPr>
          <p:cNvPr id="238" name="PlaceHolder 1"/>
          <p:cNvSpPr>
            <a:spLocks noGrp="1"/>
          </p:cNvSpPr>
          <p:nvPr>
            <p:ph type="title"/>
          </p:nvPr>
        </p:nvSpPr>
        <p:spPr>
          <a:xfrm>
            <a:off x="457200" y="274680"/>
            <a:ext cx="8229240" cy="1142640"/>
          </a:xfrm>
          <a:prstGeom prst="rect">
            <a:avLst/>
          </a:prstGeom>
          <a:noFill/>
          <a:ln w="0">
            <a:noFill/>
          </a:ln>
        </p:spPr>
        <p:txBody>
          <a:bodyPr anchor="ctr">
            <a:noAutofit/>
          </a:bodyPr>
          <a:p>
            <a:endParaRPr b="0" lang="en-US" sz="1800" spc="-1" strike="noStrike">
              <a:solidFill>
                <a:srgbClr val="000000"/>
              </a:solidFill>
              <a:latin typeface="Calibri"/>
            </a:endParaRPr>
          </a:p>
        </p:txBody>
      </p:sp>
      <p:pic>
        <p:nvPicPr>
          <p:cNvPr id="239" name="Content Placeholder 11" descr="Meghan Sicilian.jpg"/>
          <p:cNvPicPr/>
          <p:nvPr/>
        </p:nvPicPr>
        <p:blipFill>
          <a:blip r:embed="rId1"/>
          <a:stretch/>
        </p:blipFill>
        <p:spPr>
          <a:xfrm>
            <a:off x="3352680" y="2783160"/>
            <a:ext cx="2437920" cy="2608560"/>
          </a:xfrm>
          <a:prstGeom prst="rect">
            <a:avLst/>
          </a:prstGeom>
          <a:ln w="0">
            <a:noFill/>
          </a:ln>
        </p:spPr>
      </p:pic>
      <p:graphicFrame>
        <p:nvGraphicFramePr>
          <p:cNvPr id="240" name=""/>
          <p:cNvGraphicFramePr/>
          <p:nvPr/>
        </p:nvGraphicFramePr>
        <p:xfrm>
          <a:off x="0" y="152280"/>
          <a:ext cx="9143640" cy="6857640"/>
        </p:xfrm>
        <a:graphic>
          <a:graphicData uri="http://schemas.openxmlformats.org/presentationml/2006/ole">
            <p:oleObj progId="PowerPoint.Show.8" r:id="rId2" spid="">
              <p:embed/>
              <p:pic>
                <p:nvPicPr>
                  <p:cNvPr id="241" name="" descr=""/>
                  <p:cNvPicPr/>
                  <p:nvPr/>
                </p:nvPicPr>
                <p:blipFill>
                  <a:blip r:embed="rId3"/>
                  <a:stretch/>
                </p:blipFill>
                <p:spPr>
                  <a:xfrm>
                    <a:off x="0" y="152280"/>
                    <a:ext cx="9143640" cy="6857640"/>
                  </a:xfrm>
                  <a:prstGeom prst="rect">
                    <a:avLst/>
                  </a:prstGeom>
                  <a:ln w="0">
                    <a:noFill/>
                  </a:ln>
                </p:spPr>
              </p:pic>
            </p:oleObj>
          </a:graphicData>
        </a:graphic>
      </p:graphicFrame>
      <p:sp>
        <p:nvSpPr>
          <p:cNvPr id="242" name="TextBox 2"/>
          <p:cNvSpPr/>
          <p:nvPr/>
        </p:nvSpPr>
        <p:spPr>
          <a:xfrm>
            <a:off x="723960" y="2377800"/>
            <a:ext cx="7695720" cy="3899160"/>
          </a:xfrm>
          <a:prstGeom prst="rect">
            <a:avLst/>
          </a:prstGeom>
          <a:noFill/>
          <a:ln w="0">
            <a:noFill/>
          </a:ln>
        </p:spPr>
        <p:style>
          <a:lnRef idx="0"/>
          <a:fillRef idx="0"/>
          <a:effectRef idx="0"/>
          <a:fontRef idx="minor"/>
        </p:style>
        <p:txBody>
          <a:bodyPr lIns="90000" rIns="90000" tIns="45000" bIns="45000" anchor="t">
            <a:spAutoFit/>
          </a:bodyPr>
          <a:p>
            <a:pPr marL="285840" indent="-285840">
              <a:lnSpc>
                <a:spcPct val="100000"/>
              </a:lnSpc>
              <a:buClr>
                <a:srgbClr val="000000"/>
              </a:buClr>
              <a:buFont typeface="Arial"/>
              <a:buChar char="•"/>
            </a:pPr>
            <a:r>
              <a:rPr b="0" lang="en-US" sz="1800" spc="-1" strike="noStrike">
                <a:solidFill>
                  <a:srgbClr val="000000"/>
                </a:solidFill>
                <a:latin typeface="Calibri"/>
              </a:rPr>
              <a:t>Anyone hired on or after January 1, 2010 shall be required to cover tattoos by means determined by the Division and the cost of covering shall be paid by the member.</a:t>
            </a:r>
            <a:endParaRPr b="0" lang="en-US" sz="1800" spc="-1" strike="noStrike">
              <a:latin typeface="Arial"/>
            </a:endParaRPr>
          </a:p>
          <a:p>
            <a:pPr marL="285840" indent="-285840">
              <a:lnSpc>
                <a:spcPct val="100000"/>
              </a:lnSpc>
              <a:buClr>
                <a:srgbClr val="000000"/>
              </a:buClr>
              <a:buFont typeface="Arial"/>
              <a:buChar char="•"/>
            </a:pPr>
            <a:r>
              <a:rPr b="0" lang="en-US" sz="1800" spc="-1" strike="noStrike">
                <a:solidFill>
                  <a:srgbClr val="000000"/>
                </a:solidFill>
                <a:latin typeface="Calibri"/>
              </a:rPr>
              <a:t>New tattoos that will be visible on any exposed body part are </a:t>
            </a:r>
            <a:r>
              <a:rPr b="1" lang="en-US" sz="1800" spc="-1" strike="noStrike" u="sng">
                <a:solidFill>
                  <a:srgbClr val="000000"/>
                </a:solidFill>
                <a:uFillTx/>
                <a:latin typeface="Calibri"/>
              </a:rPr>
              <a:t>prohibited</a:t>
            </a:r>
            <a:r>
              <a:rPr b="0" lang="en-US" sz="1800" spc="-1" strike="noStrike">
                <a:solidFill>
                  <a:srgbClr val="000000"/>
                </a:solidFill>
                <a:latin typeface="Calibri"/>
              </a:rPr>
              <a:t>. </a:t>
            </a:r>
            <a:endParaRPr b="0" lang="en-US" sz="1800" spc="-1" strike="noStrike">
              <a:latin typeface="Arial"/>
            </a:endParaRPr>
          </a:p>
          <a:p>
            <a:pPr marL="285840" indent="-285840">
              <a:lnSpc>
                <a:spcPct val="100000"/>
              </a:lnSpc>
              <a:buClr>
                <a:srgbClr val="000000"/>
              </a:buClr>
              <a:buFont typeface="Arial"/>
              <a:buChar char="•"/>
            </a:pPr>
            <a:r>
              <a:rPr b="0" lang="en-US" sz="1800" spc="-1" strike="noStrike">
                <a:solidFill>
                  <a:srgbClr val="000000"/>
                </a:solidFill>
                <a:latin typeface="Calibri"/>
              </a:rPr>
              <a:t>Tattoos visible on the head, neck, or hands are </a:t>
            </a:r>
            <a:r>
              <a:rPr b="1" lang="en-US" sz="1800" spc="-1" strike="noStrike" u="sng">
                <a:solidFill>
                  <a:srgbClr val="000000"/>
                </a:solidFill>
                <a:uFillTx/>
                <a:latin typeface="Calibri"/>
              </a:rPr>
              <a:t>prohibited</a:t>
            </a:r>
            <a:r>
              <a:rPr b="0" lang="en-US" sz="1800" spc="-1" strike="noStrike">
                <a:solidFill>
                  <a:srgbClr val="000000"/>
                </a:solidFill>
                <a:latin typeface="Calibri"/>
              </a:rPr>
              <a:t>.</a:t>
            </a:r>
            <a:endParaRPr b="0" lang="en-US" sz="1800" spc="-1" strike="noStrike">
              <a:latin typeface="Arial"/>
            </a:endParaRPr>
          </a:p>
          <a:p>
            <a:pPr marL="285840" indent="-285840">
              <a:lnSpc>
                <a:spcPct val="100000"/>
              </a:lnSpc>
              <a:buClr>
                <a:srgbClr val="000000"/>
              </a:buClr>
              <a:buFont typeface="Arial"/>
              <a:buChar char="•"/>
            </a:pPr>
            <a:r>
              <a:rPr b="0" lang="en-US" sz="1800" spc="-1" strike="noStrike">
                <a:solidFill>
                  <a:srgbClr val="000000"/>
                </a:solidFill>
                <a:latin typeface="Calibri"/>
              </a:rPr>
              <a:t>Tattoos depicting obscene, gang-related, sexual, nude, extremist, racist, or otherwise offensive images are </a:t>
            </a:r>
            <a:r>
              <a:rPr b="1" lang="en-US" sz="1800" spc="-1" strike="noStrike" u="sng">
                <a:solidFill>
                  <a:srgbClr val="000000"/>
                </a:solidFill>
                <a:uFillTx/>
                <a:latin typeface="Calibri"/>
              </a:rPr>
              <a:t>prohibited</a:t>
            </a:r>
            <a:r>
              <a:rPr b="0" lang="en-US" sz="1800" spc="-1" strike="noStrike">
                <a:solidFill>
                  <a:srgbClr val="000000"/>
                </a:solidFill>
                <a:latin typeface="Calibri"/>
              </a:rPr>
              <a:t>.</a:t>
            </a:r>
            <a:endParaRPr b="0" lang="en-US" sz="1800" spc="-1" strike="noStrike">
              <a:latin typeface="Arial"/>
            </a:endParaRPr>
          </a:p>
          <a:p>
            <a:pPr>
              <a:lnSpc>
                <a:spcPct val="100000"/>
              </a:lnSpc>
              <a:buNone/>
            </a:pPr>
            <a:endParaRPr b="0" lang="en-US" sz="800" spc="-1" strike="noStrike">
              <a:latin typeface="Arial"/>
            </a:endParaRPr>
          </a:p>
          <a:p>
            <a:pPr>
              <a:lnSpc>
                <a:spcPct val="100000"/>
              </a:lnSpc>
              <a:buNone/>
            </a:pPr>
            <a:r>
              <a:rPr b="0" lang="en-US" sz="1800" spc="-1" strike="noStrike">
                <a:solidFill>
                  <a:srgbClr val="000000"/>
                </a:solidFill>
                <a:latin typeface="Calibri"/>
              </a:rPr>
              <a:t>*  Existing tattoos on the arms and legs will be photographed.</a:t>
            </a:r>
            <a:endParaRPr b="0" lang="en-US" sz="1800" spc="-1" strike="noStrike">
              <a:latin typeface="Arial"/>
            </a:endParaRPr>
          </a:p>
          <a:p>
            <a:pPr>
              <a:lnSpc>
                <a:spcPct val="100000"/>
              </a:lnSpc>
              <a:buNone/>
            </a:pPr>
            <a:endParaRPr b="0" lang="en-US" sz="800" spc="-1" strike="noStrike">
              <a:latin typeface="Arial"/>
            </a:endParaRPr>
          </a:p>
          <a:p>
            <a:pPr>
              <a:lnSpc>
                <a:spcPct val="100000"/>
              </a:lnSpc>
              <a:buNone/>
            </a:pPr>
            <a:r>
              <a:rPr b="1" lang="en-US" sz="1800" spc="-1" strike="noStrike">
                <a:solidFill>
                  <a:srgbClr val="000000"/>
                </a:solidFill>
                <a:latin typeface="Calibri"/>
              </a:rPr>
              <a:t>Body Mutilations/Piercings</a:t>
            </a:r>
            <a:endParaRPr b="0" lang="en-US" sz="1800" spc="-1" strike="noStrike">
              <a:latin typeface="Arial"/>
            </a:endParaRPr>
          </a:p>
          <a:p>
            <a:pPr marL="285840" indent="-285840">
              <a:lnSpc>
                <a:spcPct val="100000"/>
              </a:lnSpc>
              <a:buClr>
                <a:srgbClr val="000000"/>
              </a:buClr>
              <a:buFont typeface="Arial"/>
              <a:buChar char="•"/>
            </a:pPr>
            <a:r>
              <a:rPr b="0" lang="en-US" sz="1800" spc="-1" strike="noStrike">
                <a:solidFill>
                  <a:srgbClr val="000000"/>
                </a:solidFill>
                <a:latin typeface="Calibri"/>
              </a:rPr>
              <a:t>No visible mutilations or piercing (other than ears) shall be permitted.</a:t>
            </a:r>
            <a:endParaRPr b="0" lang="en-US" sz="1800" spc="-1" strike="noStrike">
              <a:latin typeface="Arial"/>
            </a:endParaRPr>
          </a:p>
        </p:txBody>
      </p:sp>
      <p:pic>
        <p:nvPicPr>
          <p:cNvPr id="243" name="Picture 3" descr=""/>
          <p:cNvPicPr/>
          <p:nvPr/>
        </p:nvPicPr>
        <p:blipFill>
          <a:blip r:embed="rId4"/>
          <a:stretch/>
        </p:blipFill>
        <p:spPr>
          <a:xfrm>
            <a:off x="585720" y="5552280"/>
            <a:ext cx="1254240" cy="1229040"/>
          </a:xfrm>
          <a:prstGeom prst="rect">
            <a:avLst/>
          </a:prstGeom>
          <a:ln w="0">
            <a:noFill/>
          </a:ln>
        </p:spPr>
      </p:pic>
      <p:pic>
        <p:nvPicPr>
          <p:cNvPr id="244" name="Picture 6" descr=""/>
          <p:cNvPicPr/>
          <p:nvPr/>
        </p:nvPicPr>
        <p:blipFill>
          <a:blip r:embed="rId5"/>
          <a:stretch/>
        </p:blipFill>
        <p:spPr>
          <a:xfrm>
            <a:off x="7238880" y="5557680"/>
            <a:ext cx="1218960" cy="1218960"/>
          </a:xfrm>
          <a:prstGeom prst="rect">
            <a:avLst/>
          </a:prstGeom>
          <a:ln w="0">
            <a:noFill/>
          </a:ln>
        </p:spPr>
      </p:pic>
      <p:pic>
        <p:nvPicPr>
          <p:cNvPr id="245" name="Picture 7" descr=""/>
          <p:cNvPicPr/>
          <p:nvPr/>
        </p:nvPicPr>
        <p:blipFill>
          <a:blip r:embed="rId6"/>
          <a:stretch/>
        </p:blipFill>
        <p:spPr>
          <a:xfrm>
            <a:off x="3852000" y="5552280"/>
            <a:ext cx="1075320" cy="1229040"/>
          </a:xfrm>
          <a:prstGeom prst="rect">
            <a:avLst/>
          </a:prstGeom>
          <a:ln w="0">
            <a:noFill/>
          </a:ln>
        </p:spPr>
      </p:pic>
      <p:pic>
        <p:nvPicPr>
          <p:cNvPr id="246" name="Picture 9" descr=""/>
          <p:cNvPicPr/>
          <p:nvPr/>
        </p:nvPicPr>
        <p:blipFill>
          <a:blip r:embed="rId7"/>
          <a:stretch/>
        </p:blipFill>
        <p:spPr>
          <a:xfrm>
            <a:off x="3478320" y="685800"/>
            <a:ext cx="1773720" cy="1657080"/>
          </a:xfrm>
          <a:prstGeom prst="rect">
            <a:avLst/>
          </a:prstGeom>
          <a:ln w="0">
            <a:noFill/>
          </a:ln>
        </p:spPr>
      </p:pic>
      <p:pic>
        <p:nvPicPr>
          <p:cNvPr id="247" name="Picture 23" descr=""/>
          <p:cNvPicPr/>
          <p:nvPr/>
        </p:nvPicPr>
        <p:blipFill>
          <a:blip r:embed="rId8"/>
          <a:stretch/>
        </p:blipFill>
        <p:spPr>
          <a:xfrm>
            <a:off x="2378880" y="5557680"/>
            <a:ext cx="934200" cy="1218960"/>
          </a:xfrm>
          <a:prstGeom prst="rect">
            <a:avLst/>
          </a:prstGeom>
          <a:ln w="0">
            <a:noFill/>
          </a:ln>
        </p:spPr>
      </p:pic>
      <p:pic>
        <p:nvPicPr>
          <p:cNvPr id="248" name="Picture 24" descr=""/>
          <p:cNvPicPr/>
          <p:nvPr/>
        </p:nvPicPr>
        <p:blipFill>
          <a:blip r:embed="rId9"/>
          <a:stretch/>
        </p:blipFill>
        <p:spPr>
          <a:xfrm>
            <a:off x="5466600" y="5574600"/>
            <a:ext cx="1233360" cy="1184760"/>
          </a:xfrm>
          <a:prstGeom prst="rect">
            <a:avLst/>
          </a:prstGeom>
          <a:ln w="0">
            <a:noFill/>
          </a:ln>
        </p:spPr>
      </p:pic>
      <p:sp>
        <p:nvSpPr>
          <p:cNvPr id="249" name="TextBox 16"/>
          <p:cNvSpPr/>
          <p:nvPr/>
        </p:nvSpPr>
        <p:spPr>
          <a:xfrm>
            <a:off x="0" y="86400"/>
            <a:ext cx="9143640" cy="51624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1" lang="en-US" sz="2800" spc="-1" strike="noStrike">
                <a:solidFill>
                  <a:srgbClr val="1f497d"/>
                </a:solidFill>
                <a:latin typeface="Calibri"/>
              </a:rPr>
              <a:t>Tattoo Policy</a:t>
            </a:r>
            <a:endParaRPr b="0" lang="en-US" sz="2800" spc="-1" strike="noStrike">
              <a:latin typeface="Arial"/>
            </a:endParaRPr>
          </a:p>
        </p:txBody>
      </p:sp>
      <p:pic>
        <p:nvPicPr>
          <p:cNvPr id="250" name="Picture 8" descr=""/>
          <p:cNvPicPr/>
          <p:nvPr/>
        </p:nvPicPr>
        <p:blipFill>
          <a:blip r:embed="rId10"/>
          <a:stretch/>
        </p:blipFill>
        <p:spPr>
          <a:xfrm>
            <a:off x="152280" y="119160"/>
            <a:ext cx="1947960" cy="706680"/>
          </a:xfrm>
          <a:prstGeom prst="rect">
            <a:avLst/>
          </a:prstGeom>
          <a:ln w="0">
            <a:noFill/>
          </a:ln>
        </p:spPr>
      </p:pic>
      <p:pic>
        <p:nvPicPr>
          <p:cNvPr id="251" name="Picture 4" descr=""/>
          <p:cNvPicPr/>
          <p:nvPr/>
        </p:nvPicPr>
        <p:blipFill>
          <a:blip r:embed="rId11"/>
          <a:stretch/>
        </p:blipFill>
        <p:spPr>
          <a:xfrm>
            <a:off x="0" y="990720"/>
            <a:ext cx="9143640" cy="23400"/>
          </a:xfrm>
          <a:prstGeom prst="rect">
            <a:avLst/>
          </a:prstGeom>
          <a:ln w="0">
            <a:noFill/>
          </a:ln>
        </p:spPr>
      </p:pic>
      <p:sp>
        <p:nvSpPr>
          <p:cNvPr id="252" name="Straight Connector 20"/>
          <p:cNvSpPr/>
          <p:nvPr/>
        </p:nvSpPr>
        <p:spPr>
          <a:xfrm>
            <a:off x="0" y="914400"/>
            <a:ext cx="9144000" cy="360"/>
          </a:xfrm>
          <a:prstGeom prst="line">
            <a:avLst/>
          </a:prstGeom>
          <a:ln w="31750">
            <a:solidFill>
              <a:srgbClr val="4f81bd">
                <a:lumMod val="75000"/>
              </a:srgbClr>
            </a:solidFill>
            <a:round/>
          </a:ln>
        </p:spPr>
        <p:style>
          <a:lnRef idx="1">
            <a:schemeClr val="accent1"/>
          </a:lnRef>
          <a:fillRef idx="0">
            <a:schemeClr val="accent1"/>
          </a:fillRef>
          <a:effectRef idx="0">
            <a:schemeClr val="accent1"/>
          </a:effectRef>
          <a:fontRef idx="minor"/>
        </p:style>
      </p:sp>
      <p:pic>
        <p:nvPicPr>
          <p:cNvPr id="253" name="Picture 14" descr=""/>
          <p:cNvPicPr/>
          <p:nvPr/>
        </p:nvPicPr>
        <p:blipFill>
          <a:blip r:embed="rId12"/>
          <a:stretch/>
        </p:blipFill>
        <p:spPr>
          <a:xfrm>
            <a:off x="8220600" y="65160"/>
            <a:ext cx="923040" cy="930600"/>
          </a:xfrm>
          <a:prstGeom prst="rect">
            <a:avLst/>
          </a:prstGeom>
          <a:ln w="0">
            <a:noFill/>
          </a:ln>
        </p:spPr>
      </p:pic>
    </p:spTree>
  </p:cSld>
  <p:transition>
    <p:dissolv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19202</TotalTime>
  <Application>LibreOffice/7.3.7.2$Linux_X86_64 LibreOffice_project/30$Build-2</Application>
  <AppVersion>15.0000</AppVersion>
  <Words>261</Words>
  <Paragraphs>47</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2013-09-30T17:11:04Z</dcterms:created>
  <dc:creator>jharris</dc:creator>
  <dc:description/>
  <dc:language>en-US</dc:language>
  <cp:lastModifiedBy/>
  <cp:lastPrinted>2016-11-01T13:46:05Z</cp:lastPrinted>
  <dcterms:modified xsi:type="dcterms:W3CDTF">2026-09-07T15:30:44Z</dcterms:modified>
  <cp:revision>841</cp:revision>
  <dc:subject/>
  <dc:title>Slide 1</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HiddenSlides">
    <vt:i4>1</vt:i4>
  </property>
  <property fmtid="{D5CDD505-2E9C-101B-9397-08002B2CF9AE}" pid="3" name="Notes">
    <vt:i4>3</vt:i4>
  </property>
  <property fmtid="{D5CDD505-2E9C-101B-9397-08002B2CF9AE}" pid="4" name="PresentationFormat">
    <vt:lpwstr>全屏显示(4:3)</vt:lpwstr>
  </property>
  <property fmtid="{D5CDD505-2E9C-101B-9397-08002B2CF9AE}" pid="5" name="Slides">
    <vt:i4>4</vt:i4>
  </property>
</Properties>
</file>