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26.png" ContentType="image/png"/>
  <Override PartName="/ppt/media/image23.jpeg" ContentType="image/jpeg"/>
  <Override PartName="/ppt/media/image12.png" ContentType="image/png"/>
  <Override PartName="/ppt/media/image22.png" ContentType="image/png"/>
  <Override PartName="/ppt/media/image24.jpeg" ContentType="image/jpeg"/>
  <Override PartName="/ppt/media/image21.png" ContentType="image/png"/>
  <Override PartName="/ppt/media/image20.png" ContentType="image/png"/>
  <Override PartName="/ppt/media/image18.png" ContentType="image/png"/>
  <Override PartName="/ppt/media/image10.png" ContentType="image/png"/>
  <Override PartName="/ppt/media/image27.jpeg" ContentType="image/jpeg"/>
  <Override PartName="/ppt/media/image29.png" ContentType="image/png"/>
  <Override PartName="/ppt/media/image11.png" ContentType="image/png"/>
  <Override PartName="/ppt/media/image6.png" ContentType="image/png"/>
  <Override PartName="/ppt/media/image36.png" ContentType="image/png"/>
  <Override PartName="/ppt/media/image7.png" ContentType="image/png"/>
  <Override PartName="/ppt/media/image37.png" ContentType="image/png"/>
  <Override PartName="/ppt/media/image8.png" ContentType="image/png"/>
  <Override PartName="/ppt/media/image33.png" ContentType="image/png"/>
  <Override PartName="/ppt/media/image13.png" ContentType="image/png"/>
  <Override PartName="/ppt/media/image9.png" ContentType="image/png"/>
  <Override PartName="/ppt/media/image35.png" ContentType="image/png"/>
  <Override PartName="/ppt/media/image5.png" ContentType="image/png"/>
  <Override PartName="/ppt/media/image34.png" ContentType="image/png"/>
  <Override PartName="/ppt/media/image4.png" ContentType="image/png"/>
  <Override PartName="/ppt/media/image32.png" ContentType="image/png"/>
  <Override PartName="/ppt/media/image2.png" ContentType="image/png"/>
  <Override PartName="/ppt/media/image19.jpeg" ContentType="image/jpeg"/>
  <Override PartName="/ppt/media/image25.png" ContentType="image/png"/>
  <Override PartName="/ppt/media/image28.wmf" ContentType="image/x-wmf"/>
  <Override PartName="/ppt/media/image30.png" ContentType="image/png"/>
  <Override PartName="/ppt/media/image3.jpeg" ContentType="image/jpeg"/>
  <Override PartName="/ppt/media/image15.png" ContentType="image/png"/>
  <Override PartName="/ppt/media/image31.png" ContentType="image/png"/>
  <Override PartName="/ppt/media/image1.png" ContentType="image/png"/>
  <Override PartName="/ppt/media/image14.png" ContentType="image/png"/>
  <Override PartName="/ppt/media/image16.png" ContentType="image/png"/>
  <Override PartName="/ppt/media/image17.png" ContentType="image/png"/>
  <Override PartName="/ppt/embeddings/oleObject1.ppt" ContentType="application/vnd.ms-powerpoint"/>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Lst>
  <p:sldSz cx="9144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16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66"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67"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68"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69"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A3C691C2-A154-49FC-9377-6F990A2F3E00}"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1181160" y="696960"/>
            <a:ext cx="4647960" cy="3485880"/>
          </a:xfrm>
          <a:prstGeom prst="rect">
            <a:avLst/>
          </a:prstGeom>
          <a:ln w="0">
            <a:noFill/>
          </a:ln>
        </p:spPr>
      </p:sp>
      <p:sp>
        <p:nvSpPr>
          <p:cNvPr id="255"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56" name="PlaceHolder 3"/>
          <p:cNvSpPr>
            <a:spLocks noGrp="1"/>
          </p:cNvSpPr>
          <p:nvPr>
            <p:ph type="sldNum" idx="17"/>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35D4F10-71D7-49C8-B159-193AA451C0D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1181160" y="696960"/>
            <a:ext cx="4647960" cy="3485880"/>
          </a:xfrm>
          <a:prstGeom prst="rect">
            <a:avLst/>
          </a:prstGeom>
          <a:ln w="0">
            <a:noFill/>
          </a:ln>
        </p:spPr>
      </p:sp>
      <p:sp>
        <p:nvSpPr>
          <p:cNvPr id="258"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Autofit/>
          </a:bodyPr>
          <a:p>
            <a:endParaRPr b="0" lang="en-US" sz="2000" spc="-1" strike="noStrike">
              <a:latin typeface="Arial"/>
            </a:endParaRPr>
          </a:p>
        </p:txBody>
      </p:sp>
      <p:sp>
        <p:nvSpPr>
          <p:cNvPr id="259" name="PlaceHolder 3"/>
          <p:cNvSpPr>
            <a:spLocks noGrp="1"/>
          </p:cNvSpPr>
          <p:nvPr>
            <p:ph type="sldNum" idx="18"/>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8462BED-3AD2-48CB-9A01-069B0BE9541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81160" y="696960"/>
            <a:ext cx="4647960" cy="3485880"/>
          </a:xfrm>
          <a:prstGeom prst="rect">
            <a:avLst/>
          </a:prstGeom>
          <a:ln w="0">
            <a:noFill/>
          </a:ln>
        </p:spPr>
      </p:sp>
      <p:sp>
        <p:nvSpPr>
          <p:cNvPr id="261" name="PlaceHolder 2"/>
          <p:cNvSpPr>
            <a:spLocks noGrp="1"/>
          </p:cNvSpPr>
          <p:nvPr>
            <p:ph type="body"/>
          </p:nvPr>
        </p:nvSpPr>
        <p:spPr>
          <a:xfrm>
            <a:off x="700920" y="4415760"/>
            <a:ext cx="5608080" cy="4183200"/>
          </a:xfrm>
          <a:prstGeom prst="rect">
            <a:avLst/>
          </a:prstGeom>
          <a:noFill/>
          <a:ln w="0">
            <a:noFill/>
          </a:ln>
        </p:spPr>
        <p:txBody>
          <a:bodyPr lIns="93240" rIns="93240" tIns="46440" bIns="46440" anchor="t">
            <a:normAutofit/>
          </a:bodyPr>
          <a:p>
            <a:endParaRPr b="0" lang="en-US" sz="2000" spc="-1" strike="noStrike">
              <a:latin typeface="Arial"/>
            </a:endParaRPr>
          </a:p>
        </p:txBody>
      </p:sp>
      <p:sp>
        <p:nvSpPr>
          <p:cNvPr id="262" name="PlaceHolder 3"/>
          <p:cNvSpPr>
            <a:spLocks noGrp="1"/>
          </p:cNvSpPr>
          <p:nvPr>
            <p:ph type="sldNum" idx="19"/>
          </p:nvPr>
        </p:nvSpPr>
        <p:spPr>
          <a:xfrm>
            <a:off x="3970800" y="8830080"/>
            <a:ext cx="3037320" cy="464400"/>
          </a:xfrm>
          <a:prstGeom prst="rect">
            <a:avLst/>
          </a:prstGeom>
          <a:noFill/>
          <a:ln w="0">
            <a:noFill/>
          </a:ln>
        </p:spPr>
        <p:txBody>
          <a:bodyPr lIns="93240" rIns="93240" tIns="46440" bIns="4644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EA8B9F8-E544-4788-B224-E22E649B435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C7BC8BA-FB8C-42A8-85A5-0E327BB95E2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5D7A3E7-A6B0-4283-8AFD-BD227B8BC46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E06BBDA-114E-4786-AA02-2FE5FED6D9E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8811661-9837-43AB-BAB8-C862A1E15250}"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61174DB-2AAA-437C-AD28-A9EF0DB851E9}"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56958F8-53D2-4076-804E-2D718AB5C75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27353D9-3174-452E-A2AF-7F47B9BD1809}"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6178AA2-8594-4064-A1C3-9552212956C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839FCBB-188C-44EC-A140-E8042A386F1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F4FCF83-998E-4374-A3B3-B5189291A6C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A4C43BD-3818-4E1B-A1EA-3E97FE0F8F7D}"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BEB76B5-17BD-48BC-B582-47C1CB7B4C70}"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6C28BDA-F04A-4C8E-B7AA-7D19DE0920B2}"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7F399A3-8281-4C89-8A29-37B2843FC233}"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427F285-E39A-4E93-8024-6208EFD00E40}"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2"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A640E76-9FFB-48F7-87D1-C025C522D931}"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3EF2485-F4E5-4CEB-8B24-02F15B6C60F3}"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FA18B68-7DA2-46E2-8A13-D8E6AA935DDB}"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7"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8"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874BC8C-BD74-4DC7-B710-B66EB49F37AD}"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1"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2"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7636596-1E76-4563-BA1E-4BDF536FB015}"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5"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6"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8287AD8-9377-4518-B3C6-718362322B0E}"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9"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884506D-A1D3-4667-BF21-4712BBF483A7}"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3"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4"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BB218E4C-A7CC-47C9-800E-C7F49342EA25}"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7"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8"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9"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0"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81"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ACB9C859-A21D-43BB-9C1A-3128E01B842A}"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7BEE837-2A02-417F-95DC-0B352B800BD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8"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FE576DB-9C80-4FB4-88F0-48651F58D6E6}"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0"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2753427-119C-45C1-892A-1B4EABBFEB7D}"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3"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79B18CBC-FB98-4E55-BFC1-88179ABE4BF7}"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19325647-F04F-4C10-8B5C-D0A431E4A7F4}"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43C4F2D-56D8-48A5-B04C-44EA1429C961}"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7"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8"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9"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4C24D2EA-E7D8-478C-9D2C-649E78A96F02}"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1"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2"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3"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680D9AC3-4C1C-407A-8113-DD4E1ED76F2E}"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5"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6"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07"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21F8BA70-5A74-49A0-892C-A9B1BA65BEEB}"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9"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0"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C600DED1-D7D0-4CF3-948C-17CA9A4C46ED}"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2"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4"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5"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D91EA5E3-1E57-4DDA-8781-54E5F39740D9}"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7"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8"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9"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0"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1"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22"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2D4C50AC-7651-417E-BD25-8C17C9984735}"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B18FC9C4-14A4-449F-826B-ECDBDCAC91B6}"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9" name="PlaceHolder 2"/>
          <p:cNvSpPr>
            <a:spLocks noGrp="1"/>
          </p:cNvSpPr>
          <p:nvPr>
            <p:ph type="subTitle"/>
          </p:nvPr>
        </p:nvSpPr>
        <p:spPr>
          <a:xfrm>
            <a:off x="457200" y="1600200"/>
            <a:ext cx="8229240" cy="45255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92E5659-FA1E-48B8-B91A-61998500B05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1"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EF12066-215C-4483-9980-B7F245E53757}"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3"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4"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7CF2E10B-B68C-43CE-9605-7891D5F8C851}"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B6C0C51-467A-4814-B226-05356AF3D519}"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74680"/>
            <a:ext cx="82292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7803CFA9-9C85-4115-AB14-6A9CF00265D5}"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8"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39" name="PlaceHolder 3"/>
          <p:cNvSpPr>
            <a:spLocks noGrp="1"/>
          </p:cNvSpPr>
          <p:nvPr>
            <p:ph/>
          </p:nvPr>
        </p:nvSpPr>
        <p:spPr>
          <a:xfrm>
            <a:off x="467424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0"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5024063C-0D73-47DA-B138-C3152AA58BD8}"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2" name="PlaceHolder 2"/>
          <p:cNvSpPr>
            <a:spLocks noGrp="1"/>
          </p:cNvSpPr>
          <p:nvPr>
            <p:ph/>
          </p:nvPr>
        </p:nvSpPr>
        <p:spPr>
          <a:xfrm>
            <a:off x="457200" y="1600200"/>
            <a:ext cx="4015800" cy="4525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3"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4" name="PlaceHolder 4"/>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A69EE7C8-F66A-41F4-9FEE-76CCE3848DDA}"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6"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7"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48" name="PlaceHolder 4"/>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3C6E27EC-78CA-4DE7-95AE-06DC69941EA7}"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0" name="PlaceHolder 2"/>
          <p:cNvSpPr>
            <a:spLocks noGrp="1"/>
          </p:cNvSpPr>
          <p:nvPr>
            <p:ph/>
          </p:nvPr>
        </p:nvSpPr>
        <p:spPr>
          <a:xfrm>
            <a:off x="457200" y="160020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1" name="PlaceHolder 3"/>
          <p:cNvSpPr>
            <a:spLocks noGrp="1"/>
          </p:cNvSpPr>
          <p:nvPr>
            <p:ph/>
          </p:nvPr>
        </p:nvSpPr>
        <p:spPr>
          <a:xfrm>
            <a:off x="457200" y="3964320"/>
            <a:ext cx="822924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630B908-A428-4A70-961D-3879C84902D8}"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3" name="PlaceHolder 2"/>
          <p:cNvSpPr>
            <a:spLocks noGrp="1"/>
          </p:cNvSpPr>
          <p:nvPr>
            <p:ph/>
          </p:nvPr>
        </p:nvSpPr>
        <p:spPr>
          <a:xfrm>
            <a:off x="45720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4" name="PlaceHolder 3"/>
          <p:cNvSpPr>
            <a:spLocks noGrp="1"/>
          </p:cNvSpPr>
          <p:nvPr>
            <p:ph/>
          </p:nvPr>
        </p:nvSpPr>
        <p:spPr>
          <a:xfrm>
            <a:off x="4674240" y="160020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5" name="PlaceHolder 4"/>
          <p:cNvSpPr>
            <a:spLocks noGrp="1"/>
          </p:cNvSpPr>
          <p:nvPr>
            <p:ph/>
          </p:nvPr>
        </p:nvSpPr>
        <p:spPr>
          <a:xfrm>
            <a:off x="45720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6" name="PlaceHolder 5"/>
          <p:cNvSpPr>
            <a:spLocks noGrp="1"/>
          </p:cNvSpPr>
          <p:nvPr>
            <p:ph/>
          </p:nvPr>
        </p:nvSpPr>
        <p:spPr>
          <a:xfrm>
            <a:off x="4674240" y="3964320"/>
            <a:ext cx="40158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79A47BCD-4A4C-4CB6-920B-77328EC8C71C}"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4680"/>
            <a:ext cx="8229240" cy="114264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8" name="PlaceHolder 2"/>
          <p:cNvSpPr>
            <a:spLocks noGrp="1"/>
          </p:cNvSpPr>
          <p:nvPr>
            <p:ph/>
          </p:nvPr>
        </p:nvSpPr>
        <p:spPr>
          <a:xfrm>
            <a:off x="45720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59" name="PlaceHolder 3"/>
          <p:cNvSpPr>
            <a:spLocks noGrp="1"/>
          </p:cNvSpPr>
          <p:nvPr>
            <p:ph/>
          </p:nvPr>
        </p:nvSpPr>
        <p:spPr>
          <a:xfrm>
            <a:off x="323964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0" name="PlaceHolder 4"/>
          <p:cNvSpPr>
            <a:spLocks noGrp="1"/>
          </p:cNvSpPr>
          <p:nvPr>
            <p:ph/>
          </p:nvPr>
        </p:nvSpPr>
        <p:spPr>
          <a:xfrm>
            <a:off x="6022080" y="160020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1" name="PlaceHolder 5"/>
          <p:cNvSpPr>
            <a:spLocks noGrp="1"/>
          </p:cNvSpPr>
          <p:nvPr>
            <p:ph/>
          </p:nvPr>
        </p:nvSpPr>
        <p:spPr>
          <a:xfrm>
            <a:off x="45720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2" name="PlaceHolder 6"/>
          <p:cNvSpPr>
            <a:spLocks noGrp="1"/>
          </p:cNvSpPr>
          <p:nvPr>
            <p:ph/>
          </p:nvPr>
        </p:nvSpPr>
        <p:spPr>
          <a:xfrm>
            <a:off x="323964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3" name="PlaceHolder 7"/>
          <p:cNvSpPr>
            <a:spLocks noGrp="1"/>
          </p:cNvSpPr>
          <p:nvPr>
            <p:ph/>
          </p:nvPr>
        </p:nvSpPr>
        <p:spPr>
          <a:xfrm>
            <a:off x="6022080" y="3964320"/>
            <a:ext cx="2649600" cy="215856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4BF6FE52-AAB5-4CE9-A906-C98234614590}"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751E68E3-3452-494D-8ADC-2FE849587A73}" type="slidenum">
              <a:rPr b="0" lang="en-US" sz="1200" spc="-1" strike="noStrike">
                <a:solidFill>
                  <a:srgbClr val="8b8b8b"/>
                </a:solidFill>
                <a:latin typeface="Calibri"/>
              </a:rPr>
              <a:t>&lt;number&gt;</a:t>
            </a:fld>
            <a:endParaRPr b="0" lang="en-US" sz="1200" spc="-1" strike="noStrike">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43" name="PlaceHolder 3"/>
          <p:cNvSpPr>
            <a:spLocks noGrp="1"/>
          </p:cNvSpPr>
          <p:nvPr>
            <p:ph type="dt" idx="4"/>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44" name="PlaceHolder 4"/>
          <p:cNvSpPr>
            <a:spLocks noGrp="1"/>
          </p:cNvSpPr>
          <p:nvPr>
            <p:ph type="ftr" idx="5"/>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E84CFAEA-FC8B-4E78-935A-660A11888642}"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dt" idx="7"/>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83" name="PlaceHolder 2"/>
          <p:cNvSpPr>
            <a:spLocks noGrp="1"/>
          </p:cNvSpPr>
          <p:nvPr>
            <p:ph type="ftr" idx="8"/>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84" name="PlaceHolder 3"/>
          <p:cNvSpPr>
            <a:spLocks noGrp="1"/>
          </p:cNvSpPr>
          <p:nvPr>
            <p:ph type="sldNum" idx="9"/>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DC8842E2-B7B0-4221-AD39-FA0F863558EF}" type="slidenum">
              <a:rPr b="0" lang="en-US" sz="1200" spc="-1" strike="noStrike">
                <a:solidFill>
                  <a:srgbClr val="8b8b8b"/>
                </a:solidFill>
                <a:latin typeface="Calibri"/>
              </a:rPr>
              <a:t>&lt;number&gt;</a:t>
            </a:fld>
            <a:endParaRPr b="0" lang="en-US" sz="1200" spc="-1" strike="noStrike">
              <a:latin typeface="Times New Roman"/>
            </a:endParaRPr>
          </a:p>
        </p:txBody>
      </p:sp>
      <p:sp>
        <p:nvSpPr>
          <p:cNvPr id="8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Calibri"/>
              </a:rPr>
              <a:t>Click to edit the title text format</a:t>
            </a:r>
            <a:endParaRPr b="0" lang="en-US" sz="1800" spc="-1" strike="noStrike">
              <a:solidFill>
                <a:srgbClr val="000000"/>
              </a:solidFill>
              <a:latin typeface="Calibri"/>
            </a:endParaRPr>
          </a:p>
        </p:txBody>
      </p:sp>
      <p:sp>
        <p:nvSpPr>
          <p:cNvPr id="8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4680"/>
            <a:ext cx="8229240" cy="1142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24" name="PlaceHolder 2"/>
          <p:cNvSpPr>
            <a:spLocks noGrp="1"/>
          </p:cNvSpPr>
          <p:nvPr>
            <p:ph type="body"/>
          </p:nvPr>
        </p:nvSpPr>
        <p:spPr>
          <a:xfrm>
            <a:off x="457200" y="1600200"/>
            <a:ext cx="8229240" cy="452556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125" name="PlaceHolder 3"/>
          <p:cNvSpPr>
            <a:spLocks noGrp="1"/>
          </p:cNvSpPr>
          <p:nvPr>
            <p:ph type="dt" idx="10"/>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26" name="PlaceHolder 4"/>
          <p:cNvSpPr>
            <a:spLocks noGrp="1"/>
          </p:cNvSpPr>
          <p:nvPr>
            <p:ph type="ftr" idx="11"/>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127" name="PlaceHolder 5"/>
          <p:cNvSpPr>
            <a:spLocks noGrp="1"/>
          </p:cNvSpPr>
          <p:nvPr>
            <p:ph type="sldNum" idx="12"/>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B88A8EC4-0F8C-4BB7-9ECC-91C6D47FA80D}"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slideLayout" Target="../slideLayouts/slideLayout2.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slideLayout" Target="../slideLayouts/slideLayout25.xml"/><Relationship Id="rId10"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oleObject" Target="../embeddings/oleObject1.ppt"/><Relationship Id="rId3" Type="http://schemas.openxmlformats.org/officeDocument/2006/relationships/image" Target="../media/image28.wmf"/><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slideLayout" Target="../slideLayouts/slideLayout37.xml"/><Relationship Id="rId14" Type="http://schemas.openxmlformats.org/officeDocument/2006/relationships/notesSlide" Target="../notesSlides/notesSlide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2" descr=""/>
          <p:cNvPicPr/>
          <p:nvPr/>
        </p:nvPicPr>
        <p:blipFill>
          <a:blip r:embed="rId1"/>
          <a:srcRect l="15520" t="20834" r="58125" b="9376"/>
          <a:stretch/>
        </p:blipFill>
        <p:spPr>
          <a:xfrm>
            <a:off x="0" y="46800"/>
            <a:ext cx="9144000" cy="6764760"/>
          </a:xfrm>
          <a:prstGeom prst="rect">
            <a:avLst/>
          </a:prstGeom>
          <a:ln w="9525">
            <a:noFill/>
          </a:ln>
        </p:spPr>
      </p:pic>
      <p:sp>
        <p:nvSpPr>
          <p:cNvPr id="171" name="Rectangle 2"/>
          <p:cNvSpPr/>
          <p:nvPr/>
        </p:nvSpPr>
        <p:spPr>
          <a:xfrm>
            <a:off x="457200" y="5486400"/>
            <a:ext cx="2209320" cy="957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172" name="Picture 7" descr=""/>
          <p:cNvPicPr/>
          <p:nvPr/>
        </p:nvPicPr>
        <p:blipFill>
          <a:blip r:embed="rId2"/>
          <a:stretch/>
        </p:blipFill>
        <p:spPr>
          <a:xfrm>
            <a:off x="228600" y="5486400"/>
            <a:ext cx="2770920" cy="1005480"/>
          </a:xfrm>
          <a:prstGeom prst="rect">
            <a:avLst/>
          </a:prstGeom>
          <a:ln w="0">
            <a:noFill/>
          </a:ln>
        </p:spPr>
      </p:pic>
      <p:sp>
        <p:nvSpPr>
          <p:cNvPr id="173" name="TextBox 9"/>
          <p:cNvSpPr/>
          <p:nvPr/>
        </p:nvSpPr>
        <p:spPr>
          <a:xfrm>
            <a:off x="2819520" y="5552280"/>
            <a:ext cx="6552720" cy="1551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The Background Investigation </a:t>
            </a:r>
            <a:endParaRPr b="0" lang="en-US" sz="3200" spc="-1" strike="noStrike">
              <a:latin typeface="Arial"/>
            </a:endParaRPr>
          </a:p>
          <a:p>
            <a:pPr algn="ctr">
              <a:lnSpc>
                <a:spcPct val="100000"/>
              </a:lnSpc>
              <a:buNone/>
            </a:pPr>
            <a:r>
              <a:rPr b="1" lang="en-US" sz="3200" spc="-1" strike="noStrike">
                <a:solidFill>
                  <a:srgbClr val="1f497d"/>
                </a:solidFill>
                <a:latin typeface="Calibri"/>
              </a:rPr>
              <a:t>Process</a:t>
            </a:r>
            <a:endParaRPr b="0" lang="en-US" sz="3200" spc="-1" strike="noStrike">
              <a:latin typeface="Arial"/>
            </a:endParaRPr>
          </a:p>
        </p:txBody>
      </p:sp>
      <p:sp>
        <p:nvSpPr>
          <p:cNvPr id="174" name="Picture 3"/>
          <p:cNvSpPr/>
          <p:nvPr/>
        </p:nvSpPr>
        <p:spPr>
          <a:xfrm>
            <a:off x="5562720" y="380880"/>
            <a:ext cx="2514240" cy="2514240"/>
          </a:xfrm>
          <a:prstGeom prst="ellipse">
            <a:avLst/>
          </a:prstGeom>
          <a:blipFill rotWithShape="0">
            <a:blip r:embed="rId3"/>
            <a:srcRect/>
            <a:stretch/>
          </a:blipFill>
          <a:ln w="0">
            <a:noFill/>
          </a:ln>
          <a:effectLst>
            <a:reflection algn="bl" blurRad="6350" dir="5400000" endA="300" endPos="35000" rotWithShape="0" stA="52000" sy="-100000"/>
          </a:effectLst>
        </p:spPr>
        <p:style>
          <a:lnRef idx="0"/>
          <a:fillRef idx="0"/>
          <a:effectRef idx="0"/>
          <a:fontRef idx="minor"/>
        </p:style>
      </p:sp>
      <p:pic>
        <p:nvPicPr>
          <p:cNvPr id="175" name="Picture 2" descr=""/>
          <p:cNvPicPr/>
          <p:nvPr/>
        </p:nvPicPr>
        <p:blipFill>
          <a:blip r:embed="rId4"/>
          <a:stretch/>
        </p:blipFill>
        <p:spPr>
          <a:xfrm>
            <a:off x="931320" y="155160"/>
            <a:ext cx="3183120" cy="5530320"/>
          </a:xfrm>
          <a:prstGeom prst="rect">
            <a:avLst/>
          </a:prstGeom>
          <a:ln w="0">
            <a:noFill/>
          </a:ln>
        </p:spPr>
      </p:pic>
      <p:sp>
        <p:nvSpPr>
          <p:cNvPr id="2" name="PlaceHolder 1"/>
          <p:cNvSpPr>
            <a:spLocks noGrp="1"/>
          </p:cNvSpPr>
          <p:nvPr>
            <p:ph type="sldNum" idx="3"/>
          </p:nvPr>
        </p:nvSpPr>
        <p:spPr/>
        <p:txBody>
          <a:bodyPr/>
          <a:p>
            <a:fld id="{8880E2BA-4D63-48D4-8B62-8315F482D9CD}"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Num" idx="16"/>
          </p:nvPr>
        </p:nvSpPr>
        <p:spPr>
          <a:xfrm>
            <a:off x="63244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009A61A8-ADB0-4065-8177-0AC5FE3E32F1}" type="slidenum">
              <a:rPr b="0" lang="en-US" sz="1200" spc="-1" strike="noStrike">
                <a:solidFill>
                  <a:srgbClr val="8b8b8b"/>
                </a:solidFill>
                <a:latin typeface="Calibri"/>
              </a:rPr>
              <a:t>&lt;number&gt;</a:t>
            </a:fld>
            <a:endParaRPr b="0" lang="en-US" sz="1200" spc="-1" strike="noStrike">
              <a:latin typeface="Times New Roman"/>
            </a:endParaRPr>
          </a:p>
        </p:txBody>
      </p:sp>
      <p:sp>
        <p:nvSpPr>
          <p:cNvPr id="177" name="TextBox 72"/>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          </a:t>
            </a:r>
            <a:r>
              <a:rPr b="1" lang="en-US" sz="2800" spc="-1" strike="noStrike">
                <a:solidFill>
                  <a:srgbClr val="1f497d"/>
                </a:solidFill>
                <a:latin typeface="Calibri"/>
              </a:rPr>
              <a:t>Background Investigation Process</a:t>
            </a:r>
            <a:endParaRPr b="0" lang="en-US" sz="2800" spc="-1" strike="noStrike">
              <a:latin typeface="Arial"/>
            </a:endParaRPr>
          </a:p>
        </p:txBody>
      </p:sp>
      <p:pic>
        <p:nvPicPr>
          <p:cNvPr id="178" name="Picture 8" descr=""/>
          <p:cNvPicPr/>
          <p:nvPr/>
        </p:nvPicPr>
        <p:blipFill>
          <a:blip r:embed="rId1"/>
          <a:stretch/>
        </p:blipFill>
        <p:spPr>
          <a:xfrm>
            <a:off x="152280" y="119160"/>
            <a:ext cx="1947960" cy="706680"/>
          </a:xfrm>
          <a:prstGeom prst="rect">
            <a:avLst/>
          </a:prstGeom>
          <a:ln w="0">
            <a:noFill/>
          </a:ln>
        </p:spPr>
      </p:pic>
      <p:pic>
        <p:nvPicPr>
          <p:cNvPr id="179" name="Picture 4" descr=""/>
          <p:cNvPicPr/>
          <p:nvPr/>
        </p:nvPicPr>
        <p:blipFill>
          <a:blip r:embed="rId2"/>
          <a:stretch/>
        </p:blipFill>
        <p:spPr>
          <a:xfrm>
            <a:off x="0" y="990720"/>
            <a:ext cx="9143640" cy="23400"/>
          </a:xfrm>
          <a:prstGeom prst="rect">
            <a:avLst/>
          </a:prstGeom>
          <a:ln w="0">
            <a:noFill/>
          </a:ln>
        </p:spPr>
      </p:pic>
      <p:sp>
        <p:nvSpPr>
          <p:cNvPr id="180" name="Straight Connector 76"/>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181" name="Picture 3" descr=""/>
          <p:cNvPicPr/>
          <p:nvPr/>
        </p:nvPicPr>
        <p:blipFill>
          <a:blip r:embed="rId3"/>
          <a:srcRect l="0" t="0" r="0" b="50011"/>
          <a:stretch/>
        </p:blipFill>
        <p:spPr>
          <a:xfrm>
            <a:off x="8235360" y="11880"/>
            <a:ext cx="832320" cy="825840"/>
          </a:xfrm>
          <a:prstGeom prst="rect">
            <a:avLst/>
          </a:prstGeom>
          <a:ln w="0">
            <a:noFill/>
          </a:ln>
          <a:effectLst>
            <a:outerShdw algn="ctr" dir="2700000" dist="35638" rotWithShape="0">
              <a:schemeClr val="bg2"/>
            </a:outerShdw>
          </a:effectLst>
        </p:spPr>
      </p:pic>
      <p:sp>
        <p:nvSpPr>
          <p:cNvPr id="182" name="Rectangle 281"/>
          <p:cNvSpPr/>
          <p:nvPr/>
        </p:nvSpPr>
        <p:spPr>
          <a:xfrm>
            <a:off x="4728600" y="2152800"/>
            <a:ext cx="2461680" cy="14223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marL="457200">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a:p>
            <a:pPr>
              <a:lnSpc>
                <a:spcPct val="115000"/>
              </a:lnSpc>
              <a:buNone/>
            </a:pPr>
            <a:r>
              <a:rPr b="0" lang="en-US" sz="1000" spc="-1" strike="noStrike">
                <a:solidFill>
                  <a:srgbClr val="000000"/>
                </a:solidFill>
                <a:latin typeface="Times New Roman"/>
                <a:ea typeface="Calibri"/>
              </a:rPr>
              <a:t>        </a:t>
            </a:r>
            <a:endParaRPr b="0" lang="en-US" sz="1000" spc="-1" strike="noStrike">
              <a:latin typeface="Arial"/>
            </a:endParaRPr>
          </a:p>
        </p:txBody>
      </p:sp>
      <p:sp>
        <p:nvSpPr>
          <p:cNvPr id="183" name="Right Arrow 282"/>
          <p:cNvSpPr/>
          <p:nvPr/>
        </p:nvSpPr>
        <p:spPr>
          <a:xfrm>
            <a:off x="4074120" y="2934720"/>
            <a:ext cx="62532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184" name="Rectangle 283"/>
          <p:cNvSpPr/>
          <p:nvPr/>
        </p:nvSpPr>
        <p:spPr>
          <a:xfrm>
            <a:off x="2481480" y="6023880"/>
            <a:ext cx="1607400" cy="5288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5" name="Rectangle 285"/>
          <p:cNvSpPr/>
          <p:nvPr/>
        </p:nvSpPr>
        <p:spPr>
          <a:xfrm>
            <a:off x="2170440" y="5505480"/>
            <a:ext cx="2394000" cy="4255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86" name="TextBox 286"/>
          <p:cNvSpPr/>
          <p:nvPr/>
        </p:nvSpPr>
        <p:spPr>
          <a:xfrm>
            <a:off x="2372400" y="5505480"/>
            <a:ext cx="20142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Personnel Evaluation (Oral) Board</a:t>
            </a:r>
            <a:endParaRPr b="0" lang="en-US" sz="1000" spc="-1" strike="noStrike">
              <a:latin typeface="Arial"/>
            </a:endParaRPr>
          </a:p>
        </p:txBody>
      </p:sp>
      <p:sp>
        <p:nvSpPr>
          <p:cNvPr id="187" name="Rectangle 287"/>
          <p:cNvSpPr/>
          <p:nvPr/>
        </p:nvSpPr>
        <p:spPr>
          <a:xfrm>
            <a:off x="2170440" y="4971960"/>
            <a:ext cx="2153160" cy="4100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188" name="TextBox 288"/>
          <p:cNvSpPr/>
          <p:nvPr/>
        </p:nvSpPr>
        <p:spPr>
          <a:xfrm>
            <a:off x="2416320" y="4952880"/>
            <a:ext cx="1621800" cy="3942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Final Interview</a:t>
            </a:r>
            <a:endParaRPr b="0" lang="en-US" sz="1000" spc="-1" strike="noStrike">
              <a:latin typeface="Arial"/>
            </a:endParaRPr>
          </a:p>
        </p:txBody>
      </p:sp>
      <p:sp>
        <p:nvSpPr>
          <p:cNvPr id="189" name="Rectangle 289"/>
          <p:cNvSpPr/>
          <p:nvPr/>
        </p:nvSpPr>
        <p:spPr>
          <a:xfrm>
            <a:off x="2391120" y="3791520"/>
            <a:ext cx="1799640" cy="1085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0" name="TextBox 290"/>
          <p:cNvSpPr/>
          <p:nvPr/>
        </p:nvSpPr>
        <p:spPr>
          <a:xfrm>
            <a:off x="2391120" y="3828960"/>
            <a:ext cx="1799640" cy="1003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Background Investigation</a:t>
            </a:r>
            <a:endParaRPr b="0" lang="en-US" sz="1000" spc="-1" strike="noStrike">
              <a:latin typeface="Arial"/>
            </a:endParaRPr>
          </a:p>
          <a:p>
            <a:pPr algn="ctr">
              <a:lnSpc>
                <a:spcPct val="100000"/>
              </a:lnSpc>
              <a:buNone/>
            </a:pPr>
            <a:r>
              <a:rPr b="0" lang="en-US" sz="1000" spc="-1" strike="noStrike">
                <a:solidFill>
                  <a:srgbClr val="000000"/>
                </a:solidFill>
                <a:latin typeface="Times New Roman"/>
              </a:rPr>
              <a:t>Personal, References, Family/Marital, Residences, Employment, Military, Education, Traffic, Criminal, Financial</a:t>
            </a:r>
            <a:endParaRPr b="0" lang="en-US" sz="1000" spc="-1" strike="noStrike">
              <a:latin typeface="Arial"/>
            </a:endParaRPr>
          </a:p>
        </p:txBody>
      </p:sp>
      <p:sp>
        <p:nvSpPr>
          <p:cNvPr id="191" name="Rectangle 291"/>
          <p:cNvSpPr/>
          <p:nvPr/>
        </p:nvSpPr>
        <p:spPr>
          <a:xfrm>
            <a:off x="2577240" y="335376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2" name="TextBox 292"/>
          <p:cNvSpPr/>
          <p:nvPr/>
        </p:nvSpPr>
        <p:spPr>
          <a:xfrm>
            <a:off x="2666880" y="337176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Civil Service Review</a:t>
            </a:r>
            <a:endParaRPr b="0" lang="en-US" sz="1000" spc="-1" strike="noStrike">
              <a:latin typeface="Arial"/>
            </a:endParaRPr>
          </a:p>
        </p:txBody>
      </p:sp>
      <p:sp>
        <p:nvSpPr>
          <p:cNvPr id="193" name="Rectangle 294"/>
          <p:cNvSpPr/>
          <p:nvPr/>
        </p:nvSpPr>
        <p:spPr>
          <a:xfrm>
            <a:off x="439128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4" name="TextBox 295"/>
          <p:cNvSpPr/>
          <p:nvPr/>
        </p:nvSpPr>
        <p:spPr>
          <a:xfrm>
            <a:off x="4391280" y="5048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Investigative Summary</a:t>
            </a:r>
            <a:endParaRPr b="0" lang="en-US" sz="1000" spc="-1" strike="noStrike">
              <a:latin typeface="Arial"/>
            </a:endParaRPr>
          </a:p>
        </p:txBody>
      </p:sp>
      <p:sp>
        <p:nvSpPr>
          <p:cNvPr id="195" name="Rectangle 296"/>
          <p:cNvSpPr/>
          <p:nvPr/>
        </p:nvSpPr>
        <p:spPr>
          <a:xfrm>
            <a:off x="5847120" y="5030280"/>
            <a:ext cx="1419840" cy="3225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6" name="TextBox 297"/>
          <p:cNvSpPr/>
          <p:nvPr/>
        </p:nvSpPr>
        <p:spPr>
          <a:xfrm>
            <a:off x="5915160" y="5066280"/>
            <a:ext cx="155196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00" spc="-1" strike="noStrike">
                <a:solidFill>
                  <a:srgbClr val="000000"/>
                </a:solidFill>
                <a:latin typeface="Times New Roman"/>
              </a:rPr>
              <a:t>Oral Board Packages</a:t>
            </a:r>
            <a:endParaRPr b="0" lang="en-US" sz="1000" spc="-1" strike="noStrike">
              <a:latin typeface="Arial"/>
            </a:endParaRPr>
          </a:p>
        </p:txBody>
      </p:sp>
      <p:sp>
        <p:nvSpPr>
          <p:cNvPr id="197" name="Rectangle 299"/>
          <p:cNvSpPr/>
          <p:nvPr/>
        </p:nvSpPr>
        <p:spPr>
          <a:xfrm>
            <a:off x="2390400" y="1932480"/>
            <a:ext cx="1660320" cy="29592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sp>
      <p:sp>
        <p:nvSpPr>
          <p:cNvPr id="198" name="TextBox 300"/>
          <p:cNvSpPr/>
          <p:nvPr/>
        </p:nvSpPr>
        <p:spPr>
          <a:xfrm>
            <a:off x="2286000" y="1981080"/>
            <a:ext cx="1770120" cy="241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Staff Review</a:t>
            </a:r>
            <a:endParaRPr b="0" lang="en-US" sz="1000" spc="-1" strike="noStrike">
              <a:latin typeface="Arial"/>
            </a:endParaRPr>
          </a:p>
        </p:txBody>
      </p:sp>
      <p:sp>
        <p:nvSpPr>
          <p:cNvPr id="199" name="Rectangle 301"/>
          <p:cNvSpPr/>
          <p:nvPr/>
        </p:nvSpPr>
        <p:spPr>
          <a:xfrm>
            <a:off x="1676520" y="1066680"/>
            <a:ext cx="3176280" cy="85680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Receive Eligibility List from Civil Service Commission</a:t>
            </a:r>
            <a:endParaRPr b="0" lang="en-US" sz="1000" spc="-1" strike="noStrike">
              <a:latin typeface="Arial"/>
            </a:endParaRPr>
          </a:p>
          <a:p>
            <a:pPr marL="171360" indent="-171360">
              <a:lnSpc>
                <a:spcPct val="115000"/>
              </a:lnSpc>
              <a:buClr>
                <a:srgbClr val="000000"/>
              </a:buClr>
              <a:buFont typeface="Arial"/>
              <a:buChar char="•"/>
            </a:pPr>
            <a:r>
              <a:rPr b="0" lang="en-US" sz="900" spc="-1" strike="noStrike">
                <a:solidFill>
                  <a:srgbClr val="000000"/>
                </a:solidFill>
                <a:latin typeface="Times New Roman"/>
                <a:ea typeface="Calibri"/>
              </a:rPr>
              <a:t>Email invite to candidate to complete Personal History Statement (PHS) and associated documents/waivers in the Peace Officer Background Investigation Tracking System (POBITS)</a:t>
            </a:r>
            <a:endParaRPr b="0" lang="en-US" sz="900" spc="-1" strike="noStrike">
              <a:latin typeface="Arial"/>
            </a:endParaRPr>
          </a:p>
        </p:txBody>
      </p:sp>
      <p:sp>
        <p:nvSpPr>
          <p:cNvPr id="200" name="Right Arrow 302"/>
          <p:cNvSpPr/>
          <p:nvPr/>
        </p:nvSpPr>
        <p:spPr>
          <a:xfrm>
            <a:off x="3962520" y="2466360"/>
            <a:ext cx="733680" cy="669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1" name="Right Arrow 303"/>
          <p:cNvSpPr/>
          <p:nvPr/>
        </p:nvSpPr>
        <p:spPr>
          <a:xfrm>
            <a:off x="4022640" y="3456720"/>
            <a:ext cx="6735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2" name="TextBox 304"/>
          <p:cNvSpPr/>
          <p:nvPr/>
        </p:nvSpPr>
        <p:spPr>
          <a:xfrm>
            <a:off x="5058000" y="2190600"/>
            <a:ext cx="1799640" cy="424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1200" spc="-1" strike="noStrike">
                <a:solidFill>
                  <a:srgbClr val="000000"/>
                </a:solidFill>
                <a:latin typeface="Times New Roman"/>
              </a:rPr>
              <a:t>             </a:t>
            </a:r>
            <a:r>
              <a:rPr b="1" i="1" lang="en-US" sz="1200" spc="-1" strike="noStrike">
                <a:solidFill>
                  <a:srgbClr val="000000"/>
                </a:solidFill>
                <a:latin typeface="Times New Roman"/>
              </a:rPr>
              <a:t>Removal</a:t>
            </a:r>
            <a:endParaRPr b="0" lang="en-US" sz="1200" spc="-1" strike="noStrike">
              <a:latin typeface="Arial"/>
            </a:endParaRPr>
          </a:p>
          <a:p>
            <a:pPr marL="171360" indent="-171360">
              <a:lnSpc>
                <a:spcPct val="100000"/>
              </a:lnSpc>
              <a:buClr>
                <a:srgbClr val="000000"/>
              </a:buClr>
              <a:buFont typeface="Arial"/>
              <a:buChar char="•"/>
            </a:pPr>
            <a:r>
              <a:rPr b="0" lang="en-US" sz="1000" spc="-1" strike="noStrike">
                <a:solidFill>
                  <a:srgbClr val="000000"/>
                </a:solidFill>
                <a:latin typeface="Times New Roman"/>
              </a:rPr>
              <a:t>Appeal to Civil Service</a:t>
            </a:r>
            <a:endParaRPr b="0" lang="en-US" sz="1000" spc="-1" strike="noStrike">
              <a:latin typeface="Arial"/>
            </a:endParaRPr>
          </a:p>
        </p:txBody>
      </p:sp>
      <p:sp>
        <p:nvSpPr>
          <p:cNvPr id="203" name="TextBox 305"/>
          <p:cNvSpPr/>
          <p:nvPr/>
        </p:nvSpPr>
        <p:spPr>
          <a:xfrm>
            <a:off x="4853160" y="3105000"/>
            <a:ext cx="2461680" cy="39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000" spc="-1" strike="noStrike">
                <a:solidFill>
                  <a:srgbClr val="000000"/>
                </a:solidFill>
                <a:latin typeface="Times New Roman"/>
              </a:rPr>
              <a:t>Appeal Granted         Appeal Denied </a:t>
            </a:r>
            <a:endParaRPr b="0" lang="en-US" sz="1000" spc="-1" strike="noStrike">
              <a:latin typeface="Arial"/>
            </a:endParaRPr>
          </a:p>
          <a:p>
            <a:pPr>
              <a:lnSpc>
                <a:spcPct val="100000"/>
              </a:lnSpc>
              <a:buNone/>
            </a:pPr>
            <a:r>
              <a:rPr b="0" lang="en-US" sz="1000" spc="-1" strike="noStrike">
                <a:solidFill>
                  <a:srgbClr val="000000"/>
                </a:solidFill>
                <a:latin typeface="Times New Roman"/>
              </a:rPr>
              <a:t>-Back in Process       -Out of Process</a:t>
            </a:r>
            <a:endParaRPr b="0" lang="en-US" sz="1000" spc="-1" strike="noStrike">
              <a:latin typeface="Arial"/>
            </a:endParaRPr>
          </a:p>
        </p:txBody>
      </p:sp>
      <p:sp>
        <p:nvSpPr>
          <p:cNvPr id="204" name="Right Arrow 306"/>
          <p:cNvSpPr/>
          <p:nvPr/>
        </p:nvSpPr>
        <p:spPr>
          <a:xfrm rot="5400000">
            <a:off x="633996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5" name="Right Arrow 307"/>
          <p:cNvSpPr/>
          <p:nvPr/>
        </p:nvSpPr>
        <p:spPr>
          <a:xfrm rot="5400000">
            <a:off x="5151240" y="2891520"/>
            <a:ext cx="38052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06" name="Straight Connector 308"/>
          <p:cNvSpPr/>
          <p:nvPr/>
        </p:nvSpPr>
        <p:spPr>
          <a:xfrm>
            <a:off x="5355360" y="2723760"/>
            <a:ext cx="1174680" cy="360"/>
          </a:xfrm>
          <a:prstGeom prst="line">
            <a:avLst/>
          </a:prstGeom>
          <a:ln>
            <a:solidFill>
              <a:srgbClr val="000000"/>
            </a:solidFill>
            <a:round/>
          </a:ln>
        </p:spPr>
        <p:style>
          <a:lnRef idx="1">
            <a:schemeClr val="accent1"/>
          </a:lnRef>
          <a:fillRef idx="0">
            <a:schemeClr val="accent1"/>
          </a:fillRef>
          <a:effectRef idx="0">
            <a:schemeClr val="accent1"/>
          </a:effectRef>
          <a:fontRef idx="minor"/>
        </p:style>
      </p:sp>
      <p:sp>
        <p:nvSpPr>
          <p:cNvPr id="207" name="Rectangle 312"/>
          <p:cNvSpPr/>
          <p:nvPr/>
        </p:nvSpPr>
        <p:spPr>
          <a:xfrm>
            <a:off x="2577240" y="2296440"/>
            <a:ext cx="1423440" cy="3884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Background Checks &amp; Ma</a:t>
            </a:r>
            <a:r>
              <a:rPr b="0" lang="en-US" sz="1000" spc="-1" strike="noStrike">
                <a:solidFill>
                  <a:srgbClr val="000000"/>
                </a:solidFill>
                <a:latin typeface="Times New Roman"/>
                <a:ea typeface="Calibri"/>
              </a:rPr>
              <a:t>i</a:t>
            </a:r>
            <a:r>
              <a:rPr b="1" lang="en-US" sz="1000" spc="-1" strike="noStrike">
                <a:solidFill>
                  <a:srgbClr val="000000"/>
                </a:solidFill>
                <a:latin typeface="Times New Roman"/>
                <a:ea typeface="Calibri"/>
              </a:rPr>
              <a:t>lers</a:t>
            </a:r>
            <a:endParaRPr b="0" lang="en-US" sz="1000" spc="-1" strike="noStrike">
              <a:latin typeface="Arial"/>
            </a:endParaRPr>
          </a:p>
        </p:txBody>
      </p:sp>
      <p:sp>
        <p:nvSpPr>
          <p:cNvPr id="208" name="Rectangle 313"/>
          <p:cNvSpPr/>
          <p:nvPr/>
        </p:nvSpPr>
        <p:spPr>
          <a:xfrm>
            <a:off x="2362320" y="2784600"/>
            <a:ext cx="1711440" cy="49176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nSpc>
                <a:spcPct val="115000"/>
              </a:lnSpc>
              <a:buNone/>
            </a:pPr>
            <a:r>
              <a:rPr b="1" lang="en-US" sz="1000" spc="-1" strike="noStrike">
                <a:solidFill>
                  <a:srgbClr val="000000"/>
                </a:solidFill>
                <a:latin typeface="Times New Roman"/>
                <a:ea typeface="Calibri"/>
              </a:rPr>
              <a:t>Pre-interview &amp; Polygraph</a:t>
            </a:r>
            <a:endParaRPr b="0" lang="en-US" sz="1000" spc="-1" strike="noStrike">
              <a:latin typeface="Arial"/>
            </a:endParaRPr>
          </a:p>
          <a:p>
            <a:pPr marL="171360" indent="-171360">
              <a:lnSpc>
                <a:spcPct val="115000"/>
              </a:lnSpc>
              <a:buClr>
                <a:srgbClr val="000000"/>
              </a:buClr>
              <a:buFont typeface="Arial"/>
              <a:buChar char="•"/>
            </a:pPr>
            <a:r>
              <a:rPr b="1" lang="en-US" sz="1000" spc="-1" strike="noStrike">
                <a:solidFill>
                  <a:srgbClr val="000000"/>
                </a:solidFill>
                <a:latin typeface="Times New Roman"/>
                <a:ea typeface="Calibri"/>
              </a:rPr>
              <a:t>Photos/Fingerprints </a:t>
            </a:r>
            <a:endParaRPr b="0" lang="en-US" sz="1000" spc="-1" strike="noStrike">
              <a:latin typeface="Arial"/>
            </a:endParaRPr>
          </a:p>
        </p:txBody>
      </p:sp>
      <p:sp>
        <p:nvSpPr>
          <p:cNvPr id="209" name="TextBox 314"/>
          <p:cNvSpPr/>
          <p:nvPr/>
        </p:nvSpPr>
        <p:spPr>
          <a:xfrm>
            <a:off x="2633760" y="6095880"/>
            <a:ext cx="1404360" cy="394200"/>
          </a:xfrm>
          <a:prstGeom prst="rect">
            <a:avLst/>
          </a:prstGeom>
          <a:solidFill>
            <a:srgbClr val="ffff00"/>
          </a:solid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Chain of Command </a:t>
            </a:r>
            <a:endParaRPr b="0" lang="en-US" sz="1000" spc="-1" strike="noStrike">
              <a:latin typeface="Arial"/>
            </a:endParaRPr>
          </a:p>
          <a:p>
            <a:pPr algn="ctr">
              <a:lnSpc>
                <a:spcPct val="100000"/>
              </a:lnSpc>
              <a:buNone/>
            </a:pPr>
            <a:r>
              <a:rPr b="1" lang="en-US" sz="1000" spc="-1" strike="noStrike">
                <a:solidFill>
                  <a:srgbClr val="000000"/>
                </a:solidFill>
                <a:latin typeface="Times New Roman"/>
              </a:rPr>
              <a:t>Review</a:t>
            </a:r>
            <a:endParaRPr b="0" lang="en-US" sz="1000" spc="-1" strike="noStrike">
              <a:latin typeface="Arial"/>
            </a:endParaRPr>
          </a:p>
        </p:txBody>
      </p:sp>
      <p:pic>
        <p:nvPicPr>
          <p:cNvPr id="210" name="Picture 2" descr=""/>
          <p:cNvPicPr/>
          <p:nvPr/>
        </p:nvPicPr>
        <p:blipFill>
          <a:blip r:embed="rId4"/>
          <a:stretch/>
        </p:blipFill>
        <p:spPr>
          <a:xfrm>
            <a:off x="7515360" y="1112760"/>
            <a:ext cx="1495800" cy="996840"/>
          </a:xfrm>
          <a:prstGeom prst="rect">
            <a:avLst/>
          </a:prstGeom>
          <a:ln w="0">
            <a:noFill/>
          </a:ln>
        </p:spPr>
      </p:pic>
      <p:pic>
        <p:nvPicPr>
          <p:cNvPr id="211" name="Picture 6" descr=""/>
          <p:cNvPicPr/>
          <p:nvPr/>
        </p:nvPicPr>
        <p:blipFill>
          <a:blip r:embed="rId5"/>
          <a:stretch/>
        </p:blipFill>
        <p:spPr>
          <a:xfrm>
            <a:off x="7904520" y="3494880"/>
            <a:ext cx="717480" cy="711720"/>
          </a:xfrm>
          <a:prstGeom prst="rect">
            <a:avLst/>
          </a:prstGeom>
          <a:ln w="0">
            <a:noFill/>
          </a:ln>
        </p:spPr>
      </p:pic>
      <p:pic>
        <p:nvPicPr>
          <p:cNvPr id="212" name="Picture 21" descr=""/>
          <p:cNvPicPr/>
          <p:nvPr/>
        </p:nvPicPr>
        <p:blipFill>
          <a:blip r:embed="rId6"/>
          <a:stretch/>
        </p:blipFill>
        <p:spPr>
          <a:xfrm>
            <a:off x="7352640" y="5486400"/>
            <a:ext cx="1638720" cy="1229040"/>
          </a:xfrm>
          <a:prstGeom prst="rect">
            <a:avLst/>
          </a:prstGeom>
          <a:ln w="0">
            <a:noFill/>
          </a:ln>
        </p:spPr>
      </p:pic>
      <p:pic>
        <p:nvPicPr>
          <p:cNvPr id="213" name="Picture 47" descr=""/>
          <p:cNvPicPr/>
          <p:nvPr/>
        </p:nvPicPr>
        <p:blipFill>
          <a:blip r:embed="rId7"/>
          <a:stretch/>
        </p:blipFill>
        <p:spPr>
          <a:xfrm>
            <a:off x="4858560" y="5552640"/>
            <a:ext cx="1671840" cy="1250280"/>
          </a:xfrm>
          <a:prstGeom prst="rect">
            <a:avLst/>
          </a:prstGeom>
          <a:ln w="0">
            <a:noFill/>
          </a:ln>
        </p:spPr>
      </p:pic>
      <p:pic>
        <p:nvPicPr>
          <p:cNvPr id="214" name="Picture 49" descr=""/>
          <p:cNvPicPr/>
          <p:nvPr/>
        </p:nvPicPr>
        <p:blipFill>
          <a:blip r:embed="rId8"/>
          <a:stretch/>
        </p:blipFill>
        <p:spPr>
          <a:xfrm>
            <a:off x="7372440" y="4229280"/>
            <a:ext cx="1638720" cy="1230480"/>
          </a:xfrm>
          <a:prstGeom prst="rect">
            <a:avLst/>
          </a:prstGeom>
          <a:ln w="0">
            <a:noFill/>
          </a:ln>
        </p:spPr>
      </p:pic>
      <p:pic>
        <p:nvPicPr>
          <p:cNvPr id="215" name="Picture 3" descr=""/>
          <p:cNvPicPr/>
          <p:nvPr/>
        </p:nvPicPr>
        <p:blipFill>
          <a:blip r:embed="rId9"/>
          <a:stretch/>
        </p:blipFill>
        <p:spPr>
          <a:xfrm>
            <a:off x="132840" y="1143000"/>
            <a:ext cx="1410120" cy="717840"/>
          </a:xfrm>
          <a:prstGeom prst="rect">
            <a:avLst/>
          </a:prstGeom>
          <a:ln w="0">
            <a:noFill/>
          </a:ln>
        </p:spPr>
      </p:pic>
      <p:pic>
        <p:nvPicPr>
          <p:cNvPr id="216" name="Picture 10" descr=""/>
          <p:cNvPicPr/>
          <p:nvPr/>
        </p:nvPicPr>
        <p:blipFill>
          <a:blip r:embed="rId10"/>
          <a:stretch/>
        </p:blipFill>
        <p:spPr>
          <a:xfrm>
            <a:off x="75960" y="5748840"/>
            <a:ext cx="1523520" cy="1053360"/>
          </a:xfrm>
          <a:prstGeom prst="rect">
            <a:avLst/>
          </a:prstGeom>
          <a:ln w="0">
            <a:noFill/>
          </a:ln>
        </p:spPr>
      </p:pic>
      <p:pic>
        <p:nvPicPr>
          <p:cNvPr id="217" name="Picture 12" descr=""/>
          <p:cNvPicPr/>
          <p:nvPr/>
        </p:nvPicPr>
        <p:blipFill>
          <a:blip r:embed="rId11"/>
          <a:stretch/>
        </p:blipFill>
        <p:spPr>
          <a:xfrm>
            <a:off x="76320" y="1902600"/>
            <a:ext cx="1554840" cy="973080"/>
          </a:xfrm>
          <a:prstGeom prst="rect">
            <a:avLst/>
          </a:prstGeom>
          <a:ln w="0">
            <a:noFill/>
          </a:ln>
        </p:spPr>
      </p:pic>
      <p:pic>
        <p:nvPicPr>
          <p:cNvPr id="218" name="Picture 13" descr=""/>
          <p:cNvPicPr/>
          <p:nvPr/>
        </p:nvPicPr>
        <p:blipFill>
          <a:blip r:embed="rId12"/>
          <a:stretch/>
        </p:blipFill>
        <p:spPr>
          <a:xfrm>
            <a:off x="62280" y="2930760"/>
            <a:ext cx="1812240" cy="1209600"/>
          </a:xfrm>
          <a:prstGeom prst="rect">
            <a:avLst/>
          </a:prstGeom>
          <a:ln w="0">
            <a:noFill/>
          </a:ln>
        </p:spPr>
      </p:pic>
      <p:pic>
        <p:nvPicPr>
          <p:cNvPr id="219" name="Picture 14" descr=""/>
          <p:cNvPicPr/>
          <p:nvPr/>
        </p:nvPicPr>
        <p:blipFill>
          <a:blip r:embed="rId13"/>
          <a:stretch/>
        </p:blipFill>
        <p:spPr>
          <a:xfrm>
            <a:off x="104040" y="4296240"/>
            <a:ext cx="1627920" cy="1256040"/>
          </a:xfrm>
          <a:prstGeom prst="rect">
            <a:avLst/>
          </a:prstGeom>
          <a:ln w="0">
            <a:noFill/>
          </a:ln>
        </p:spPr>
      </p:pic>
      <p:pic>
        <p:nvPicPr>
          <p:cNvPr id="220" name="Picture 2" descr=""/>
          <p:cNvPicPr/>
          <p:nvPr/>
        </p:nvPicPr>
        <p:blipFill>
          <a:blip r:embed="rId14"/>
          <a:stretch/>
        </p:blipFill>
        <p:spPr>
          <a:xfrm>
            <a:off x="7364880" y="2183760"/>
            <a:ext cx="1653480" cy="1232640"/>
          </a:xfrm>
          <a:prstGeom prst="rect">
            <a:avLst/>
          </a:prstGeom>
          <a:ln w="0">
            <a:noFill/>
          </a:ln>
        </p:spPr>
      </p:pic>
      <p:sp>
        <p:nvSpPr>
          <p:cNvPr id="221" name="Right Arrow 48"/>
          <p:cNvSpPr/>
          <p:nvPr/>
        </p:nvSpPr>
        <p:spPr>
          <a:xfrm>
            <a:off x="2100960" y="2543400"/>
            <a:ext cx="432000" cy="4680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2" name="Straight Connector 5"/>
          <p:cNvSpPr/>
          <p:nvPr/>
        </p:nvSpPr>
        <p:spPr>
          <a:xfrm>
            <a:off x="2100600" y="2567160"/>
            <a:ext cx="32760" cy="177696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3" name="Right Arrow 53"/>
          <p:cNvSpPr/>
          <p:nvPr/>
        </p:nvSpPr>
        <p:spPr>
          <a:xfrm>
            <a:off x="2133720" y="4297680"/>
            <a:ext cx="22824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
        <p:nvSpPr>
          <p:cNvPr id="224" name="Rectangle 62"/>
          <p:cNvSpPr/>
          <p:nvPr/>
        </p:nvSpPr>
        <p:spPr>
          <a:xfrm>
            <a:off x="5029200" y="1447920"/>
            <a:ext cx="2153160" cy="638640"/>
          </a:xfrm>
          <a:prstGeom prst="rect">
            <a:avLst/>
          </a:prstGeom>
          <a:solidFill>
            <a:srgbClr val="ffff00"/>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numCol="1" spcCol="0" anchor="t">
            <a:noAutofit/>
          </a:bodyPr>
          <a:p>
            <a:pPr algn="ctr">
              <a:lnSpc>
                <a:spcPct val="115000"/>
              </a:lnSpc>
              <a:buNone/>
            </a:pPr>
            <a:r>
              <a:rPr b="1" lang="en-US" sz="1000" spc="-1" strike="noStrike">
                <a:solidFill>
                  <a:srgbClr val="000000"/>
                </a:solidFill>
                <a:latin typeface="Times New Roman"/>
                <a:ea typeface="Calibri"/>
              </a:rPr>
              <a:t> </a:t>
            </a:r>
            <a:endParaRPr b="0" lang="en-US" sz="1000" spc="-1" strike="noStrike">
              <a:latin typeface="Arial"/>
            </a:endParaRPr>
          </a:p>
        </p:txBody>
      </p:sp>
      <p:sp>
        <p:nvSpPr>
          <p:cNvPr id="225" name="TextBox 63"/>
          <p:cNvSpPr/>
          <p:nvPr/>
        </p:nvSpPr>
        <p:spPr>
          <a:xfrm>
            <a:off x="5029200" y="1425600"/>
            <a:ext cx="2153160" cy="698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1000" spc="-1" strike="noStrike">
                <a:solidFill>
                  <a:srgbClr val="000000"/>
                </a:solidFill>
                <a:latin typeface="Times New Roman"/>
              </a:rPr>
              <a:t>   </a:t>
            </a:r>
            <a:r>
              <a:rPr b="1" lang="en-US" sz="1000" spc="-1" strike="noStrike">
                <a:solidFill>
                  <a:srgbClr val="000000"/>
                </a:solidFill>
                <a:latin typeface="Times New Roman"/>
              </a:rPr>
              <a:t>Background Removal Standards for Police Officers and 911 Emergency Communications Employees</a:t>
            </a:r>
            <a:endParaRPr b="0" lang="en-US" sz="1000" spc="-1" strike="noStrike">
              <a:latin typeface="Arial"/>
            </a:endParaRPr>
          </a:p>
        </p:txBody>
      </p:sp>
      <p:sp>
        <p:nvSpPr>
          <p:cNvPr id="226" name="Straight Connector 17"/>
          <p:cNvSpPr/>
          <p:nvPr/>
        </p:nvSpPr>
        <p:spPr>
          <a:xfrm>
            <a:off x="4050720" y="2080440"/>
            <a:ext cx="978480" cy="0"/>
          </a:xfrm>
          <a:prstGeom prst="line">
            <a:avLst/>
          </a:prstGeom>
          <a:ln w="28575">
            <a:solidFill>
              <a:srgbClr val="000000"/>
            </a:solidFill>
            <a:round/>
          </a:ln>
        </p:spPr>
        <p:style>
          <a:lnRef idx="1">
            <a:schemeClr val="accent1"/>
          </a:lnRef>
          <a:fillRef idx="0">
            <a:schemeClr val="accent1"/>
          </a:fillRef>
          <a:effectRef idx="0">
            <a:schemeClr val="accent1"/>
          </a:effectRef>
          <a:fontRef idx="minor"/>
        </p:style>
      </p:sp>
      <p:sp>
        <p:nvSpPr>
          <p:cNvPr id="227" name="Right Arrow 71"/>
          <p:cNvSpPr/>
          <p:nvPr/>
        </p:nvSpPr>
        <p:spPr>
          <a:xfrm>
            <a:off x="4038480" y="2133720"/>
            <a:ext cx="657360" cy="45360"/>
          </a:xfrm>
          <a:prstGeom prst="rightArrow">
            <a:avLst>
              <a:gd name="adj1" fmla="val 50000"/>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p:style>
      </p:sp>
    </p:spTree>
  </p:cSld>
  <p:transition>
    <p:wedg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Picture 2" descr=""/>
          <p:cNvPicPr/>
          <p:nvPr/>
        </p:nvPicPr>
        <p:blipFill>
          <a:blip r:embed="rId1"/>
          <a:srcRect l="0" t="11110" r="0" b="19513"/>
          <a:stretch/>
        </p:blipFill>
        <p:spPr>
          <a:xfrm>
            <a:off x="1795320" y="1547640"/>
            <a:ext cx="5595840" cy="5257440"/>
          </a:xfrm>
          <a:prstGeom prst="rect">
            <a:avLst/>
          </a:prstGeom>
          <a:ln w="9525">
            <a:noFill/>
          </a:ln>
        </p:spPr>
      </p:pic>
      <p:pic>
        <p:nvPicPr>
          <p:cNvPr id="229" name="Picture 4" descr=""/>
          <p:cNvPicPr/>
          <p:nvPr/>
        </p:nvPicPr>
        <p:blipFill>
          <a:blip r:embed="rId2"/>
          <a:stretch/>
        </p:blipFill>
        <p:spPr>
          <a:xfrm>
            <a:off x="0" y="1523880"/>
            <a:ext cx="9143640" cy="23400"/>
          </a:xfrm>
          <a:prstGeom prst="rect">
            <a:avLst/>
          </a:prstGeom>
          <a:ln w="0">
            <a:noFill/>
          </a:ln>
        </p:spPr>
      </p:pic>
      <p:sp>
        <p:nvSpPr>
          <p:cNvPr id="230" name="TextBox 49"/>
          <p:cNvSpPr/>
          <p:nvPr/>
        </p:nvSpPr>
        <p:spPr>
          <a:xfrm>
            <a:off x="0" y="816120"/>
            <a:ext cx="9143640" cy="5770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3200" spc="-1" strike="noStrike">
                <a:solidFill>
                  <a:srgbClr val="1f497d"/>
                </a:solidFill>
                <a:latin typeface="Calibri"/>
              </a:rPr>
              <a:t>Background Investigation Section</a:t>
            </a:r>
            <a:endParaRPr b="0" lang="en-US" sz="3200" spc="-1" strike="noStrike">
              <a:latin typeface="Arial"/>
            </a:endParaRPr>
          </a:p>
        </p:txBody>
      </p:sp>
      <p:sp>
        <p:nvSpPr>
          <p:cNvPr id="231" name="Straight Connector 50"/>
          <p:cNvSpPr/>
          <p:nvPr/>
        </p:nvSpPr>
        <p:spPr>
          <a:xfrm>
            <a:off x="0" y="144756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32" name="Picture 7" descr=""/>
          <p:cNvPicPr/>
          <p:nvPr/>
        </p:nvPicPr>
        <p:blipFill>
          <a:blip r:embed="rId3"/>
          <a:stretch/>
        </p:blipFill>
        <p:spPr>
          <a:xfrm>
            <a:off x="30960" y="1596960"/>
            <a:ext cx="2788200" cy="2094120"/>
          </a:xfrm>
          <a:prstGeom prst="rect">
            <a:avLst/>
          </a:prstGeom>
          <a:ln w="0">
            <a:noFill/>
          </a:ln>
        </p:spPr>
      </p:pic>
      <p:pic>
        <p:nvPicPr>
          <p:cNvPr id="233" name="Picture 5" descr=""/>
          <p:cNvPicPr/>
          <p:nvPr/>
        </p:nvPicPr>
        <p:blipFill>
          <a:blip r:embed="rId4"/>
          <a:stretch/>
        </p:blipFill>
        <p:spPr>
          <a:xfrm>
            <a:off x="6781680" y="5052960"/>
            <a:ext cx="2304720" cy="1728360"/>
          </a:xfrm>
          <a:prstGeom prst="rect">
            <a:avLst/>
          </a:prstGeom>
          <a:ln w="0">
            <a:noFill/>
          </a:ln>
        </p:spPr>
      </p:pic>
      <p:pic>
        <p:nvPicPr>
          <p:cNvPr id="234" name="Picture 9" descr="http://www.columbuspolice.org/calea/images/academycruiser.jpg"/>
          <p:cNvPicPr/>
          <p:nvPr/>
        </p:nvPicPr>
        <p:blipFill>
          <a:blip r:embed="rId5"/>
          <a:stretch/>
        </p:blipFill>
        <p:spPr>
          <a:xfrm>
            <a:off x="43920" y="5226120"/>
            <a:ext cx="3003480" cy="1574640"/>
          </a:xfrm>
          <a:prstGeom prst="rect">
            <a:avLst/>
          </a:prstGeom>
          <a:ln w="0">
            <a:noFill/>
          </a:ln>
        </p:spPr>
      </p:pic>
      <p:pic>
        <p:nvPicPr>
          <p:cNvPr id="235" name="Picture 10" descr=""/>
          <p:cNvPicPr/>
          <p:nvPr/>
        </p:nvPicPr>
        <p:blipFill>
          <a:blip r:embed="rId6"/>
          <a:stretch/>
        </p:blipFill>
        <p:spPr>
          <a:xfrm>
            <a:off x="6324480" y="1840680"/>
            <a:ext cx="2761920" cy="1740240"/>
          </a:xfrm>
          <a:prstGeom prst="rect">
            <a:avLst/>
          </a:prstGeom>
          <a:ln w="0">
            <a:noFill/>
          </a:ln>
        </p:spPr>
      </p:pic>
      <p:pic>
        <p:nvPicPr>
          <p:cNvPr id="236" name="Picture 8" descr=""/>
          <p:cNvPicPr/>
          <p:nvPr/>
        </p:nvPicPr>
        <p:blipFill>
          <a:blip r:embed="rId7"/>
          <a:stretch/>
        </p:blipFill>
        <p:spPr>
          <a:xfrm>
            <a:off x="109440" y="131400"/>
            <a:ext cx="1947600" cy="706680"/>
          </a:xfrm>
          <a:prstGeom prst="rect">
            <a:avLst/>
          </a:prstGeom>
          <a:ln w="0">
            <a:noFill/>
          </a:ln>
        </p:spPr>
      </p:pic>
      <p:pic>
        <p:nvPicPr>
          <p:cNvPr id="237" name="Picture 3" descr=""/>
          <p:cNvPicPr/>
          <p:nvPr/>
        </p:nvPicPr>
        <p:blipFill>
          <a:blip r:embed="rId8"/>
          <a:srcRect l="0" t="0" r="0" b="50000"/>
          <a:stretch/>
        </p:blipFill>
        <p:spPr>
          <a:xfrm>
            <a:off x="7772400" y="84240"/>
            <a:ext cx="1066320" cy="1058400"/>
          </a:xfrm>
          <a:prstGeom prst="rect">
            <a:avLst/>
          </a:prstGeom>
          <a:ln w="0">
            <a:noFill/>
          </a:ln>
          <a:effectLst>
            <a:outerShdw algn="ctr" dir="2700000" dist="35638" rotWithShape="0">
              <a:schemeClr val="bg2"/>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74680"/>
            <a:ext cx="8229240" cy="1142640"/>
          </a:xfrm>
          <a:prstGeom prst="rect">
            <a:avLst/>
          </a:prstGeom>
          <a:noFill/>
          <a:ln w="0">
            <a:noFill/>
          </a:ln>
        </p:spPr>
        <p:txBody>
          <a:bodyPr anchor="ctr">
            <a:noAutofit/>
          </a:bodyPr>
          <a:p>
            <a:endParaRPr b="0" lang="en-US" sz="1800" spc="-1" strike="noStrike">
              <a:solidFill>
                <a:srgbClr val="000000"/>
              </a:solidFill>
              <a:latin typeface="Calibri"/>
            </a:endParaRPr>
          </a:p>
        </p:txBody>
      </p:sp>
      <p:pic>
        <p:nvPicPr>
          <p:cNvPr id="239" name="Content Placeholder 11" descr="Meghan Sicilian.jpg"/>
          <p:cNvPicPr/>
          <p:nvPr/>
        </p:nvPicPr>
        <p:blipFill>
          <a:blip r:embed="rId1"/>
          <a:stretch/>
        </p:blipFill>
        <p:spPr>
          <a:xfrm>
            <a:off x="3352680" y="2783160"/>
            <a:ext cx="2437920" cy="2608560"/>
          </a:xfrm>
          <a:prstGeom prst="rect">
            <a:avLst/>
          </a:prstGeom>
          <a:ln w="0">
            <a:noFill/>
          </a:ln>
        </p:spPr>
      </p:pic>
      <p:graphicFrame>
        <p:nvGraphicFramePr>
          <p:cNvPr id="240" name=""/>
          <p:cNvGraphicFramePr/>
          <p:nvPr/>
        </p:nvGraphicFramePr>
        <p:xfrm>
          <a:off x="0" y="152280"/>
          <a:ext cx="9143640" cy="6857640"/>
        </p:xfrm>
        <a:graphic>
          <a:graphicData uri="http://schemas.openxmlformats.org/presentationml/2006/ole">
            <p:oleObj progId="PowerPoint.Show.8" r:id="rId2" spid="">
              <p:embed/>
              <p:pic>
                <p:nvPicPr>
                  <p:cNvPr id="241" name="" descr=""/>
                  <p:cNvPicPr/>
                  <p:nvPr/>
                </p:nvPicPr>
                <p:blipFill>
                  <a:blip r:embed="rId3"/>
                  <a:stretch/>
                </p:blipFill>
                <p:spPr>
                  <a:xfrm>
                    <a:off x="0" y="152280"/>
                    <a:ext cx="9143640" cy="6857640"/>
                  </a:xfrm>
                  <a:prstGeom prst="rect">
                    <a:avLst/>
                  </a:prstGeom>
                  <a:ln w="0">
                    <a:noFill/>
                  </a:ln>
                </p:spPr>
              </p:pic>
            </p:oleObj>
          </a:graphicData>
        </a:graphic>
      </p:graphicFrame>
      <p:sp>
        <p:nvSpPr>
          <p:cNvPr id="242" name="TextBox 2"/>
          <p:cNvSpPr/>
          <p:nvPr/>
        </p:nvSpPr>
        <p:spPr>
          <a:xfrm>
            <a:off x="723960" y="2377800"/>
            <a:ext cx="7695720" cy="389916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pPr>
            <a:r>
              <a:rPr b="0" lang="en-US" sz="1800" spc="-1" strike="noStrike">
                <a:solidFill>
                  <a:srgbClr val="000000"/>
                </a:solidFill>
                <a:latin typeface="Calibri"/>
              </a:rPr>
              <a:t>Anyone hired on or after January 1, 2010 shall be required to cover tattoos by means determined by the Division and the cost of covering shall be paid by the member.</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New tattoos that will be visible on any exposed body part are </a:t>
            </a:r>
            <a:r>
              <a:rPr b="1" lang="en-US" sz="1800" spc="-1" strike="noStrike" u="sng">
                <a:solidFill>
                  <a:srgbClr val="000000"/>
                </a:solidFill>
                <a:uFillTx/>
                <a:latin typeface="Calibri"/>
              </a:rPr>
              <a:t>prohibited</a:t>
            </a:r>
            <a:r>
              <a:rPr b="0" lang="en-US" sz="1800" spc="-1" strike="noStrike">
                <a:solidFill>
                  <a:srgbClr val="000000"/>
                </a:solidFill>
                <a:latin typeface="Calibri"/>
              </a:rPr>
              <a:t>. </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visible on the head, neck, or hands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Tattoos depicting obscene, gang-related, sexual, nude, extremist, racist, or otherwise offensive images are </a:t>
            </a:r>
            <a:r>
              <a:rPr b="1" lang="en-US" sz="1800" spc="-1" strike="noStrike" u="sng">
                <a:solidFill>
                  <a:srgbClr val="000000"/>
                </a:solidFill>
                <a:uFillTx/>
                <a:latin typeface="Calibri"/>
              </a:rPr>
              <a:t>prohibited</a:t>
            </a:r>
            <a:r>
              <a:rPr b="0" lang="en-US" sz="1800" spc="-1" strike="noStrike">
                <a:solidFill>
                  <a:srgbClr val="000000"/>
                </a:solidFill>
                <a:latin typeface="Calibri"/>
              </a:rPr>
              <a:t>.</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0" lang="en-US" sz="1800" spc="-1" strike="noStrike">
                <a:solidFill>
                  <a:srgbClr val="000000"/>
                </a:solidFill>
                <a:latin typeface="Calibri"/>
              </a:rPr>
              <a:t>*  Existing tattoos on the arms and legs will be photographed.</a:t>
            </a:r>
            <a:endParaRPr b="0" lang="en-US" sz="1800" spc="-1" strike="noStrike">
              <a:latin typeface="Arial"/>
            </a:endParaRPr>
          </a:p>
          <a:p>
            <a:pPr>
              <a:lnSpc>
                <a:spcPct val="100000"/>
              </a:lnSpc>
              <a:buNone/>
            </a:pPr>
            <a:endParaRPr b="0" lang="en-US" sz="800" spc="-1" strike="noStrike">
              <a:latin typeface="Arial"/>
            </a:endParaRPr>
          </a:p>
          <a:p>
            <a:pPr>
              <a:lnSpc>
                <a:spcPct val="100000"/>
              </a:lnSpc>
              <a:buNone/>
            </a:pPr>
            <a:r>
              <a:rPr b="1" lang="en-US" sz="1800" spc="-1" strike="noStrike">
                <a:solidFill>
                  <a:srgbClr val="000000"/>
                </a:solidFill>
                <a:latin typeface="Calibri"/>
              </a:rPr>
              <a:t>Body Mutilations/Piercings</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Calibri"/>
              </a:rPr>
              <a:t>No visible mutilations or piercing (other than ears) shall be permitted.</a:t>
            </a:r>
            <a:endParaRPr b="0" lang="en-US" sz="1800" spc="-1" strike="noStrike">
              <a:latin typeface="Arial"/>
            </a:endParaRPr>
          </a:p>
        </p:txBody>
      </p:sp>
      <p:pic>
        <p:nvPicPr>
          <p:cNvPr id="243" name="Picture 3" descr=""/>
          <p:cNvPicPr/>
          <p:nvPr/>
        </p:nvPicPr>
        <p:blipFill>
          <a:blip r:embed="rId4"/>
          <a:stretch/>
        </p:blipFill>
        <p:spPr>
          <a:xfrm>
            <a:off x="585720" y="5552280"/>
            <a:ext cx="1254240" cy="1229040"/>
          </a:xfrm>
          <a:prstGeom prst="rect">
            <a:avLst/>
          </a:prstGeom>
          <a:ln w="0">
            <a:noFill/>
          </a:ln>
        </p:spPr>
      </p:pic>
      <p:pic>
        <p:nvPicPr>
          <p:cNvPr id="244" name="Picture 6" descr=""/>
          <p:cNvPicPr/>
          <p:nvPr/>
        </p:nvPicPr>
        <p:blipFill>
          <a:blip r:embed="rId5"/>
          <a:stretch/>
        </p:blipFill>
        <p:spPr>
          <a:xfrm>
            <a:off x="7238880" y="5557680"/>
            <a:ext cx="1218960" cy="1218960"/>
          </a:xfrm>
          <a:prstGeom prst="rect">
            <a:avLst/>
          </a:prstGeom>
          <a:ln w="0">
            <a:noFill/>
          </a:ln>
        </p:spPr>
      </p:pic>
      <p:pic>
        <p:nvPicPr>
          <p:cNvPr id="245" name="Picture 7" descr=""/>
          <p:cNvPicPr/>
          <p:nvPr/>
        </p:nvPicPr>
        <p:blipFill>
          <a:blip r:embed="rId6"/>
          <a:stretch/>
        </p:blipFill>
        <p:spPr>
          <a:xfrm>
            <a:off x="3852000" y="5552280"/>
            <a:ext cx="1075320" cy="1229040"/>
          </a:xfrm>
          <a:prstGeom prst="rect">
            <a:avLst/>
          </a:prstGeom>
          <a:ln w="0">
            <a:noFill/>
          </a:ln>
        </p:spPr>
      </p:pic>
      <p:pic>
        <p:nvPicPr>
          <p:cNvPr id="246" name="Picture 9" descr=""/>
          <p:cNvPicPr/>
          <p:nvPr/>
        </p:nvPicPr>
        <p:blipFill>
          <a:blip r:embed="rId7"/>
          <a:stretch/>
        </p:blipFill>
        <p:spPr>
          <a:xfrm>
            <a:off x="3478320" y="685800"/>
            <a:ext cx="1773720" cy="1657080"/>
          </a:xfrm>
          <a:prstGeom prst="rect">
            <a:avLst/>
          </a:prstGeom>
          <a:ln w="0">
            <a:noFill/>
          </a:ln>
        </p:spPr>
      </p:pic>
      <p:pic>
        <p:nvPicPr>
          <p:cNvPr id="247" name="Picture 23" descr=""/>
          <p:cNvPicPr/>
          <p:nvPr/>
        </p:nvPicPr>
        <p:blipFill>
          <a:blip r:embed="rId8"/>
          <a:stretch/>
        </p:blipFill>
        <p:spPr>
          <a:xfrm>
            <a:off x="2378880" y="5557680"/>
            <a:ext cx="934200" cy="1218960"/>
          </a:xfrm>
          <a:prstGeom prst="rect">
            <a:avLst/>
          </a:prstGeom>
          <a:ln w="0">
            <a:noFill/>
          </a:ln>
        </p:spPr>
      </p:pic>
      <p:pic>
        <p:nvPicPr>
          <p:cNvPr id="248" name="Picture 24" descr=""/>
          <p:cNvPicPr/>
          <p:nvPr/>
        </p:nvPicPr>
        <p:blipFill>
          <a:blip r:embed="rId9"/>
          <a:stretch/>
        </p:blipFill>
        <p:spPr>
          <a:xfrm>
            <a:off x="5466600" y="5574600"/>
            <a:ext cx="1233360" cy="1184760"/>
          </a:xfrm>
          <a:prstGeom prst="rect">
            <a:avLst/>
          </a:prstGeom>
          <a:ln w="0">
            <a:noFill/>
          </a:ln>
        </p:spPr>
      </p:pic>
      <p:sp>
        <p:nvSpPr>
          <p:cNvPr id="249" name="TextBox 16"/>
          <p:cNvSpPr/>
          <p:nvPr/>
        </p:nvSpPr>
        <p:spPr>
          <a:xfrm>
            <a:off x="0" y="86400"/>
            <a:ext cx="914364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en-US" sz="2800" spc="-1" strike="noStrike">
                <a:solidFill>
                  <a:srgbClr val="1f497d"/>
                </a:solidFill>
                <a:latin typeface="Calibri"/>
              </a:rPr>
              <a:t>Tattoo Policy</a:t>
            </a:r>
            <a:endParaRPr b="0" lang="en-US" sz="2800" spc="-1" strike="noStrike">
              <a:latin typeface="Arial"/>
            </a:endParaRPr>
          </a:p>
        </p:txBody>
      </p:sp>
      <p:pic>
        <p:nvPicPr>
          <p:cNvPr id="250" name="Picture 8" descr=""/>
          <p:cNvPicPr/>
          <p:nvPr/>
        </p:nvPicPr>
        <p:blipFill>
          <a:blip r:embed="rId10"/>
          <a:stretch/>
        </p:blipFill>
        <p:spPr>
          <a:xfrm>
            <a:off x="152280" y="119160"/>
            <a:ext cx="1947960" cy="706680"/>
          </a:xfrm>
          <a:prstGeom prst="rect">
            <a:avLst/>
          </a:prstGeom>
          <a:ln w="0">
            <a:noFill/>
          </a:ln>
        </p:spPr>
      </p:pic>
      <p:pic>
        <p:nvPicPr>
          <p:cNvPr id="251" name="Picture 4" descr=""/>
          <p:cNvPicPr/>
          <p:nvPr/>
        </p:nvPicPr>
        <p:blipFill>
          <a:blip r:embed="rId11"/>
          <a:stretch/>
        </p:blipFill>
        <p:spPr>
          <a:xfrm>
            <a:off x="0" y="990720"/>
            <a:ext cx="9143640" cy="23400"/>
          </a:xfrm>
          <a:prstGeom prst="rect">
            <a:avLst/>
          </a:prstGeom>
          <a:ln w="0">
            <a:noFill/>
          </a:ln>
        </p:spPr>
      </p:pic>
      <p:sp>
        <p:nvSpPr>
          <p:cNvPr id="252" name="Straight Connector 20"/>
          <p:cNvSpPr/>
          <p:nvPr/>
        </p:nvSpPr>
        <p:spPr>
          <a:xfrm>
            <a:off x="0" y="914400"/>
            <a:ext cx="9144000" cy="360"/>
          </a:xfrm>
          <a:prstGeom prst="line">
            <a:avLst/>
          </a:prstGeom>
          <a:ln w="31750">
            <a:solidFill>
              <a:srgbClr val="4f81bd">
                <a:lumMod val="75000"/>
              </a:srgbClr>
            </a:solidFill>
            <a:round/>
          </a:ln>
        </p:spPr>
        <p:style>
          <a:lnRef idx="1">
            <a:schemeClr val="accent1"/>
          </a:lnRef>
          <a:fillRef idx="0">
            <a:schemeClr val="accent1"/>
          </a:fillRef>
          <a:effectRef idx="0">
            <a:schemeClr val="accent1"/>
          </a:effectRef>
          <a:fontRef idx="minor"/>
        </p:style>
      </p:sp>
      <p:pic>
        <p:nvPicPr>
          <p:cNvPr id="253" name="Picture 14" descr=""/>
          <p:cNvPicPr/>
          <p:nvPr/>
        </p:nvPicPr>
        <p:blipFill>
          <a:blip r:embed="rId12"/>
          <a:stretch/>
        </p:blipFill>
        <p:spPr>
          <a:xfrm>
            <a:off x="8220600" y="65160"/>
            <a:ext cx="923040" cy="930600"/>
          </a:xfrm>
          <a:prstGeom prst="rect">
            <a:avLst/>
          </a:prstGeom>
          <a:ln w="0">
            <a:noFill/>
          </a:ln>
        </p:spPr>
      </p:pic>
    </p:spTree>
  </p:cSld>
  <p:transition>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19201</TotalTime>
  <Application>LibreOffice/7.3.7.2$Linux_X86_64 LibreOffice_project/30$Build-2</Application>
  <AppVersion>15.0000</AppVersion>
  <Words>261</Words>
  <Paragraphs>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2013-09-30T17:11:04Z</dcterms:created>
  <dc:creator>jharris</dc:creator>
  <dc:description/>
  <dc:language>en-US</dc:language>
  <cp:lastModifiedBy/>
  <cp:lastPrinted>2016-11-01T13:46:05Z</cp:lastPrinted>
  <dcterms:modified xsi:type="dcterms:W3CDTF">2026-09-07T15:32:05Z</dcterms:modified>
  <cp:revision>841</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3</vt:i4>
  </property>
  <property fmtid="{D5CDD505-2E9C-101B-9397-08002B2CF9AE}" pid="4" name="PresentationFormat">
    <vt:lpwstr>全屏显示(4:3)</vt:lpwstr>
  </property>
  <property fmtid="{D5CDD505-2E9C-101B-9397-08002B2CF9AE}" pid="5" name="Slides">
    <vt:i4>4</vt:i4>
  </property>
</Properties>
</file>