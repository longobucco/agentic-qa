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October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Category 0</c:v>
                </c:pt>
                <c:pt idx="1">
                  <c:v>Category 1</c:v>
                </c:pt>
                <c:pt idx="2">
                  <c:v>Category 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160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November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Category 0</c:v>
                </c:pt>
                <c:pt idx="1">
                  <c:v>Category 1</c:v>
                </c:pt>
                <c:pt idx="2">
                  <c:v>Category 2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170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December</c:v>
                </c:pt>
              </c:strCache>
            </c:strRef>
          </c:tx>
          <c:spPr>
            <a:solidFill>
              <a:srgbClr val="9bbb59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Category 0</c:v>
                </c:pt>
                <c:pt idx="1">
                  <c:v>Category 1</c:v>
                </c:pt>
                <c:pt idx="2">
                  <c:v>Category 2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130</c:v>
                </c:pt>
              </c:numCache>
            </c:numRef>
          </c:val>
        </c:ser>
        <c:gapWidth val="150"/>
        <c:overlap val="0"/>
        <c:axId val="87657158"/>
        <c:axId val="28906454"/>
      </c:barChart>
      <c:catAx>
        <c:axId val="87657158"/>
        <c:scaling>
          <c:orientation val="minMax"/>
        </c:scaling>
        <c:delete val="0"/>
        <c:axPos val="b"/>
        <c:numFmt formatCode="[$-3C09]dd/mm/yyyy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28906454"/>
        <c:crosses val="autoZero"/>
        <c:auto val="1"/>
        <c:lblAlgn val="ctr"/>
        <c:lblOffset val="100"/>
        <c:noMultiLvlLbl val="0"/>
      </c:catAx>
      <c:valAx>
        <c:axId val="28906454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8765715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C6ADC4-2D9B-44A9-A736-BBD8869E25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6FC6C5-D290-41C7-8C43-52E6D82008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9D16FA-3478-4008-AF15-FCC0FC944B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2FF4224-8913-4DFF-9E77-099E37EDA5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56AF2A-1FA7-4C69-AC39-20BAF02E69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F070B6-06E6-4B21-8B2C-275A48DEA3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5946DE-50E2-4FEA-839B-9B7804CD42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D70D92-BE73-4C57-9BD3-EB5F64D88B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E0EE13-93E9-4C46-8022-7B283FEA7B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128E105-6617-4697-829A-802783817C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8EAF85-6D31-4524-BA3D-6F9D95B44D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F97666-14E6-4830-9A06-CC9488E9AA4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A2CDEBC-0F36-48F2-B5B7-80B91CD5F8A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Microsoft JhengHei"/>
                <a:ea typeface="Microsoft JhengHei"/>
              </a:rPr>
              <a:t>Introduction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Development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45" name="Google Shape;92;p2" descr="none.png"/>
          <p:cNvPicPr/>
          <p:nvPr/>
        </p:nvPicPr>
        <p:blipFill>
          <a:blip r:embed="rId1"/>
          <a:stretch/>
        </p:blipFill>
        <p:spPr>
          <a:xfrm>
            <a:off x="628560" y="1825560"/>
            <a:ext cx="2159280" cy="21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Assessment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48" name="Google Shape;99;p3"/>
          <p:cNvGraphicFramePr/>
          <p:nvPr/>
        </p:nvGraphicFramePr>
        <p:xfrm>
          <a:off x="628560" y="1825560"/>
          <a:ext cx="7886160" cy="435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Analysis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51" name="Google Shape;106;p4"/>
          <p:cNvGraphicFramePr/>
          <p:nvPr/>
        </p:nvGraphicFramePr>
        <p:xfrm>
          <a:off x="628560" y="1825560"/>
          <a:ext cx="7886160" cy="73944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toIPA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Advantages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Disadvanges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08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  <a:ea typeface="Calibri"/>
              </a:rPr>
              <a:t>Conclusion</a:t>
            </a:r>
            <a:endParaRPr b="0" lang="en-US" sz="4400" spc="-1" strike="noStrike"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en-HK</dc:language>
  <cp:lastModifiedBy/>
  <dcterms:modified xsi:type="dcterms:W3CDTF">2026-09-07T04:39:27Z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