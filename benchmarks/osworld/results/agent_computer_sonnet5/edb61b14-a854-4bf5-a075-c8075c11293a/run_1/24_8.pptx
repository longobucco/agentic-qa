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October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160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November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170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December</c:v>
                </c:pt>
              </c:strCache>
            </c:strRef>
          </c:tx>
          <c:spPr>
            <a:solidFill>
              <a:srgbClr val="9bbb5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130</c:v>
                </c:pt>
              </c:numCache>
            </c:numRef>
          </c:val>
        </c:ser>
        <c:gapWidth val="150"/>
        <c:overlap val="0"/>
        <c:axId val="72196534"/>
        <c:axId val="57990008"/>
      </c:barChart>
      <c:catAx>
        <c:axId val="72196534"/>
        <c:scaling>
          <c:orientation val="minMax"/>
        </c:scaling>
        <c:delete val="0"/>
        <c:axPos val="b"/>
        <c:numFmt formatCode="[$-3C09]dd/mm/yyyy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57990008"/>
        <c:crosses val="autoZero"/>
        <c:auto val="1"/>
        <c:lblAlgn val="ctr"/>
        <c:lblOffset val="100"/>
        <c:noMultiLvlLbl val="0"/>
      </c:catAx>
      <c:valAx>
        <c:axId val="5799000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721965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ADDB05-8428-4BA4-8506-98BAA1BE6E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11A088-F14E-45CA-B1DA-99CAA7AD58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6A7E72-17F9-433D-BBD0-B0D4CF826D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DF133B-C9E1-41D8-9963-A7ACD12B93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BB8360-262E-4AC3-BF19-B1CEDDF554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DD3D93-2017-4A06-B730-3F96270E90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5496D6-2CC7-49B7-85C2-657324A3FC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BF4F04-A3D2-4534-BD5A-C3BE279D4E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C5EA04-A759-40D4-8534-374278649D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718A49-E7C0-4B83-AF3A-4FB41F9A7B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416702-2C1D-495A-8038-2DF3155277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B4650B-160D-4AB8-9C82-0F8CD24104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A024BB7-3D0C-48F0-AE9F-3A67F8E9469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Microsoft JhengHei"/>
                <a:ea typeface="Microsoft JhengHei"/>
              </a:rPr>
              <a:t>Introduction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Development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5" name="Google Shape;92;p2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Assessment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8" name="Google Shape;99;p3"/>
          <p:cNvGraphicFramePr/>
          <p:nvPr/>
        </p:nvGraphicFramePr>
        <p:xfrm>
          <a:off x="628560" y="1825560"/>
          <a:ext cx="788616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Analysis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51" name="Google Shape;106;p4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toIPA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Advantages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Disadvanges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  <a:ea typeface="Calibri"/>
              </a:rPr>
              <a:t>Conclusion</a:t>
            </a:r>
            <a:endParaRPr b="0" lang="en-US" sz="4400" spc="-1" strike="noStrike"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en-HK</dc:language>
  <cp:lastModifiedBy/>
  <dcterms:modified xsi:type="dcterms:W3CDTF">2026-09-07T04:38:17Z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