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October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160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November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170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December</c:v>
                </c:pt>
              </c:strCache>
            </c:strRef>
          </c:tx>
          <c:spPr>
            <a:solidFill>
              <a:srgbClr val="9bbb59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130</c:v>
                </c:pt>
              </c:numCache>
            </c:numRef>
          </c:val>
        </c:ser>
        <c:gapWidth val="150"/>
        <c:overlap val="0"/>
        <c:axId val="50017684"/>
        <c:axId val="97047099"/>
      </c:barChart>
      <c:catAx>
        <c:axId val="50017684"/>
        <c:scaling>
          <c:orientation val="minMax"/>
        </c:scaling>
        <c:delete val="0"/>
        <c:axPos val="b"/>
        <c:numFmt formatCode="[$-3C09]dd/mm/yyyy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97047099"/>
        <c:crosses val="autoZero"/>
        <c:auto val="1"/>
        <c:lblAlgn val="ctr"/>
        <c:lblOffset val="100"/>
        <c:noMultiLvlLbl val="0"/>
      </c:catAx>
      <c:valAx>
        <c:axId val="9704709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5001768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0232F4-2FC3-4A0C-A7F0-0048C57BC5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8895C1-F5B3-4B68-9923-CD63DD7A2B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5760D4-0E75-4BE8-B55D-2B71D15F0D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D86147-4DC5-4403-ACE7-3F5D71E37F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B8A0B3-5B8E-4194-8CE6-8833344816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10E590-306C-4263-9CB4-68409B1D24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88A728-1837-4885-938C-B32D6693CD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BCD146-6D98-419C-9B02-5DC7D19376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3A42EE-C34C-4522-B45C-F3E99A411C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F78361-F893-4F00-A351-6ED6ED01B7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EA3D50-37E2-44E3-95E3-435C3C15C1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0064D8-EA63-4E45-9C5E-1BBAD7B23E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55FADD1-35F2-49C2-B7EE-1F95003CF9C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Microsoft JhengHei"/>
                <a:ea typeface="Microsoft JhengHei"/>
              </a:rPr>
              <a:t>Introduction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Development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5" name="Google Shape;92;p2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215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Assessment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8" name="Google Shape;99;p3"/>
          <p:cNvGraphicFramePr/>
          <p:nvPr/>
        </p:nvGraphicFramePr>
        <p:xfrm>
          <a:off x="628560" y="1825560"/>
          <a:ext cx="788616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Analysis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51" name="Google Shape;106;p4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toIPA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Advantages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Disadvanges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  <a:ea typeface="Calibri"/>
              </a:rPr>
              <a:t>Conclusion</a:t>
            </a:r>
            <a:endParaRPr b="0" lang="en-US" sz="4400" spc="-1" strike="noStrike"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en-HK</dc:language>
  <cp:lastModifiedBy/>
  <dcterms:modified xsi:type="dcterms:W3CDTF">2026-09-07T04:40:27Z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