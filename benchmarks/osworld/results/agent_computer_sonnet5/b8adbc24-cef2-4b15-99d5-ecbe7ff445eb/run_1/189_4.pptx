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F46F1A-4010-40C8-A782-55ED84AF27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8FEABD-BF28-4BCE-80B4-E31556AB01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21AD92-AAD5-4045-B433-8EB2B5BDCC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70DE3D-1317-4970-A933-0E7AF4F8F3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C79C0F-9CD6-4CB3-A9DE-2BAD8C3D55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DC462E-8575-4396-B230-C64C786064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69889A-BA8E-4032-B5B1-781116D66D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3D9154-92CE-4FA0-B853-6D257E4424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587F05-7F2E-4A1A-A4CE-BD0E97EE85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533303-6A3D-4E01-9C39-DF7A555210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54733A-1DC6-446C-9D1B-278AE914F9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B71AAD-AD96-47FB-973A-BF692B85E90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Sustainable Energy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Picture 3" descr="none.png"/>
          <p:cNvPicPr/>
          <p:nvPr/>
        </p:nvPicPr>
        <p:blipFill>
          <a:blip r:embed="rId1"/>
          <a:stretch/>
        </p:blipFill>
        <p:spPr>
          <a:xfrm>
            <a:off x="628560" y="1825560"/>
            <a:ext cx="2158920" cy="21589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4" name="Table 4"/>
          <p:cNvGraphicFramePr/>
          <p:nvPr/>
        </p:nvGraphicFramePr>
        <p:xfrm>
          <a:off x="628560" y="1825560"/>
          <a:ext cx="7886160" cy="19839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wind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low cost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high initial investment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solar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low environmental impact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intermittent availability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hydro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high availability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land use conflicts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geothermal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Online Shopping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157</Words>
  <Paragraphs>22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2025-07-03T12:50:19Z</dcterms:created>
  <dc:creator/>
  <dc:description>generated using python-pptx</dc:description>
  <dc:language>en-US</dc:language>
  <cp:lastModifiedBy/>
  <dcterms:modified xsi:type="dcterms:W3CDTF">2026-09-06T11:29:47Z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CEF6A21BD2789951207C6668DEDC98E8_42</vt:lpwstr>
  </property>
  <property fmtid="{D5CDD505-2E9C-101B-9397-08002B2CF9AE}" pid="3" name="KSOProductBuildVer">
    <vt:lpwstr>2052-7.2.0.8943</vt:lpwstr>
  </property>
  <property fmtid="{D5CDD505-2E9C-101B-9397-08002B2CF9AE}" pid="4" name="PresentationFormat">
    <vt:lpwstr>On-screen Show (4:3)</vt:lpwstr>
  </property>
  <property fmtid="{D5CDD505-2E9C-101B-9397-08002B2CF9AE}" pid="5" name="Slides">
    <vt:i4>2</vt:i4>
  </property>
</Properties>
</file>