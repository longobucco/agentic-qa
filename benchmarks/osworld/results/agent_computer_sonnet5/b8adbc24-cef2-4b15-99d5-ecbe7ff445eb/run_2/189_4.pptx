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64B6FB-6A5D-4969-B65E-FBC8F389170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430074-E17B-44BC-8698-C2A2719FFBC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5F5EB0-7A7B-4AB8-AC1E-7EB9D47146FB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3F6B1B-6A35-427A-B0E9-B155EC7105BB}" type="slidenum">
              <a:rPr/>
            </a:fld>
            <a:endParaRPr/>
          </a:p>
        </p:txBody>
      </p:sp>
      <p:sp>
        <p:nvSpPr>
          <p:cNvPr id="2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AF62ED-11BD-4902-A2C5-4F4D14D765DA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89B71A-E830-4AAF-ACA6-03997332AF8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8D41C9-9DC5-47DA-9A45-8B3F49115F9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1B1B4F-80FE-4A25-BE05-AE2E88D3B23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2C7E8C-B672-4F2D-AD27-1B0603771B0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B74411-4C5C-4E70-99A7-ACF79360A67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7F1825-A9B7-4257-92D8-274FD986E062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2B2A6-B15E-4C0E-AC50-39DE6FAD624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 panose="02020503050405090304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 panose="02020503050405090304"/>
              </a:rPr>
              <a:t>&lt;footer&gt;</a:t>
            </a:r>
            <a:endParaRPr lang="en-US" sz="1400" b="0" strike="noStrike" spc="-1">
              <a:latin typeface="Times New Roman" panose="020205030504050903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664932-AD12-4333-BDDB-B6EE3C878362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</a:fld>
            <a:endParaRPr lang="en-US" sz="1200" b="0" strike="noStrike" spc="-1">
              <a:latin typeface="Times New Roman" panose="0202050305040509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 panose="02020503050405090304"/>
              </a:defRPr>
            </a:lvl1pPr>
          </a:lstStyle>
          <a:p>
            <a:r>
              <a:rPr lang="en-US" sz="1400" b="0" strike="noStrike" spc="-1">
                <a:latin typeface="Times New Roman" panose="02020503050405090304"/>
              </a:rPr>
              <a:t>&lt;date/time&gt;</a:t>
            </a:r>
            <a:endParaRPr lang="en-US" sz="1400" b="0" strike="noStrike" spc="-1">
              <a:latin typeface="Times New Roman" panose="0202050305040509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FF0000"/>
                </a:solidFill>
                <a:latin typeface="Calibri"/>
              </a:rPr>
              <a:t>Sustainable Energy</a:t>
            </a: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pic>
        <p:nvPicPr>
          <p:cNvPr id="41" name="Picture 3" descr="non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2" name="Table 4"/>
          <p:cNvGraphicFramePr/>
          <p:nvPr/>
        </p:nvGraphicFramePr>
        <p:xfrm>
          <a:off x="628560" y="1825560"/>
          <a:ext cx="7886520" cy="198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62244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wind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low cost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high initial investment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solar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low environmental impact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intermittent availability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hydro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high availability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land use conflicts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geothermal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sz="4400">
                <a:solidFill>
                  <a:srgbClr val="FF0000"/>
                </a:solidFill>
                <a:latin typeface="Calibri"/>
              </a:rPr>
              <a:t>Online Shopping</a:t>
            </a: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/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Calibri</vt:lpstr>
      <vt:lpstr>Helvetica Neue</vt:lpstr>
      <vt:lpstr>Arial</vt:lpstr>
      <vt:lpstr>宋体</vt:lpstr>
      <vt:lpstr>汉仪书宋二KW</vt:lpstr>
      <vt:lpstr>微软雅黑</vt:lpstr>
      <vt:lpstr>汉仪旗黑</vt:lpstr>
      <vt:lpstr>Arial Unicode MS</vt:lpstr>
      <vt:lpstr>DejaVu Sans</vt:lpstr>
      <vt:lpstr>苹方-简</vt:lpstr>
      <vt:lpstr>Office Theme</vt:lpstr>
      <vt:lpstr>Sustainable Energy</vt:lpstr>
      <vt:lpstr>Online Shopping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5456es</cp:lastModifiedBy>
  <cp:revision>3</cp:revision>
  <dcterms:created xsi:type="dcterms:W3CDTF">2025-07-03T12:50:19Z</dcterms:created>
  <dcterms:modified xsi:type="dcterms:W3CDTF">2025-07-03T12:50:19Z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CEF6A21BD2789951207C6668DEDC98E8_42</vt:lpwstr>
  </property>
  <property fmtid="{D5CDD505-2E9C-101B-9397-08002B2CF9AE}" pid="4" name="KSOProductBuildVer">
    <vt:lpwstr>2052-7.2.0.8943</vt:lpwstr>
  </property>
</Properties>
</file>