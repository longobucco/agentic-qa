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rts/chart1.xml" ContentType="application/vnd.openxmlformats-officedocument.drawingml.chart+xml"/>
  <Override PartName="/ppt/media/image1.png" ContentType="image/png"/>
  <Override PartName="/ppt/presProps.xml" ContentType="application/vnd.openxmlformats-officedocument.presentationml.presProps+xml"/>
  <Override PartName="/ppt/slides/slide1.xml" ContentType="application/vnd.openxmlformats-officedocument.presentationml.slide+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Lst>
  <p:sldSz cx="9144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0"/>
  <c:chart>
    <c:title>
      <c:tx>
        <c:rich>
          <a:bodyPr rot="0"/>
          <a:lstStyle/>
          <a:p>
            <a:pPr>
              <a:defRPr b="1" sz="2160" spc="-1" strike="noStrike">
                <a:solidFill>
                  <a:srgbClr val="000000"/>
                </a:solidFill>
                <a:latin typeface="Calibri"/>
              </a:defRPr>
            </a:pPr>
            <a:r>
              <a:rPr b="1" sz="2160" spc="-1" strike="noStrike">
                <a:solidFill>
                  <a:srgbClr val="000000"/>
                </a:solidFill>
                <a:latin typeface="Calibri"/>
              </a:rPr>
              <a:t>Cooker Type Popularity</a:t>
            </a:r>
          </a:p>
        </c:rich>
      </c:tx>
      <c:overlay val="0"/>
      <c:spPr>
        <a:noFill/>
        <a:ln w="0">
          <a:noFill/>
        </a:ln>
      </c:spPr>
    </c:title>
    <c:autoTitleDeleted val="0"/>
    <c:plotArea>
      <c:pieChart>
        <c:varyColors val="1"/>
        <c:ser>
          <c:idx val="0"/>
          <c:order val="0"/>
          <c:tx>
            <c:strRef>
              <c:f>label 0</c:f>
              <c:strCache>
                <c:ptCount val="1"/>
                <c:pt idx="0">
                  <c:v>Stovetop</c:v>
                </c:pt>
              </c:strCache>
            </c:strRef>
          </c:tx>
          <c:spPr>
            <a:solidFill>
              <a:srgbClr val="4f81bd"/>
            </a:solidFill>
            <a:ln w="0">
              <a:noFill/>
            </a:ln>
          </c:spPr>
          <c:explosion val="0"/>
          <c:dPt>
            <c:idx val="0"/>
            <c:spPr>
              <a:solidFill>
                <a:srgbClr val="4f81bd"/>
              </a:solidFill>
              <a:ln w="0">
                <a:noFill/>
              </a:ln>
            </c:spPr>
          </c:dPt>
          <c:dPt>
            <c:idx val="1"/>
            <c:spPr>
              <a:solidFill>
                <a:srgbClr val="c0504d"/>
              </a:solidFill>
              <a:ln w="0">
                <a:noFill/>
              </a:ln>
            </c:spPr>
          </c:dPt>
          <c:dPt>
            <c:idx val="2"/>
            <c:spPr>
              <a:solidFill>
                <a:srgbClr val="9bbb59"/>
              </a:solidFill>
              <a:ln w="0">
                <a:noFill/>
              </a:ln>
            </c:spPr>
          </c:dPt>
          <c:dPt>
            <c:idx val="3"/>
            <c:spPr>
              <a:solidFill>
                <a:srgbClr val="8064a2"/>
              </a:solidFill>
              <a:ln w="0">
                <a:noFill/>
              </a:ln>
            </c:spPr>
          </c:dPt>
          <c:dPt>
            <c:idx val="4"/>
            <c:spPr>
              <a:solidFill>
                <a:srgbClr val="4bacc6"/>
              </a:solidFill>
              <a:ln w="0">
                <a:noFill/>
              </a:ln>
            </c:spPr>
          </c:dPt>
          <c:dLbls>
            <c:dLbl>
              <c:idx val="0"/>
              <c:txPr>
                <a:bodyPr wrap="none"/>
                <a:lstStyle/>
                <a:p>
                  <a:pPr>
                    <a:defRPr b="0" sz="1000" spc="-1" strike="noStrike">
                      <a:solidFill>
                        <a:srgbClr val="000000"/>
                      </a:solidFill>
                      <a:latin typeface="Arial"/>
                      <a:ea typeface="DejaVu Sans"/>
                    </a:defRPr>
                  </a:pPr>
                </a:p>
              </c:txPr>
              <c:dLblPos val="bestFit"/>
              <c:showLegendKey val="0"/>
              <c:showVal val="0"/>
              <c:showCatName val="0"/>
              <c:showSerName val="0"/>
              <c:showPercent val="0"/>
              <c:separator> </c:separator>
            </c:dLbl>
            <c:dLbl>
              <c:idx val="1"/>
              <c:txPr>
                <a:bodyPr wrap="none"/>
                <a:lstStyle/>
                <a:p>
                  <a:pPr>
                    <a:defRPr b="0" sz="1000" spc="-1" strike="noStrike">
                      <a:solidFill>
                        <a:srgbClr val="000000"/>
                      </a:solidFill>
                      <a:latin typeface="Arial"/>
                      <a:ea typeface="DejaVu Sans"/>
                    </a:defRPr>
                  </a:pPr>
                </a:p>
              </c:txPr>
              <c:dLblPos val="bestFit"/>
              <c:showLegendKey val="0"/>
              <c:showVal val="0"/>
              <c:showCatName val="0"/>
              <c:showSerName val="0"/>
              <c:showPercent val="0"/>
              <c:separator> </c:separator>
            </c:dLbl>
            <c:dLbl>
              <c:idx val="2"/>
              <c:txPr>
                <a:bodyPr wrap="none"/>
                <a:lstStyle/>
                <a:p>
                  <a:pPr>
                    <a:defRPr b="0" sz="1000" spc="-1" strike="noStrike">
                      <a:solidFill>
                        <a:srgbClr val="000000"/>
                      </a:solidFill>
                      <a:latin typeface="Arial"/>
                      <a:ea typeface="DejaVu Sans"/>
                    </a:defRPr>
                  </a:pPr>
                </a:p>
              </c:txPr>
              <c:dLblPos val="bestFit"/>
              <c:showLegendKey val="0"/>
              <c:showVal val="0"/>
              <c:showCatName val="0"/>
              <c:showSerName val="0"/>
              <c:showPercent val="0"/>
              <c:separator> </c:separator>
            </c:dLbl>
            <c:dLbl>
              <c:idx val="3"/>
              <c:txPr>
                <a:bodyPr wrap="none"/>
                <a:lstStyle/>
                <a:p>
                  <a:pPr>
                    <a:defRPr b="0" sz="1000" spc="-1" strike="noStrike">
                      <a:solidFill>
                        <a:srgbClr val="000000"/>
                      </a:solidFill>
                      <a:latin typeface="Arial"/>
                      <a:ea typeface="DejaVu Sans"/>
                    </a:defRPr>
                  </a:pPr>
                </a:p>
              </c:txPr>
              <c:dLblPos val="bestFit"/>
              <c:showLegendKey val="0"/>
              <c:showVal val="0"/>
              <c:showCatName val="0"/>
              <c:showSerName val="0"/>
              <c:showPercent val="0"/>
              <c:separator> </c:separator>
            </c:dLbl>
            <c:dLbl>
              <c:idx val="4"/>
              <c:txPr>
                <a:bodyPr wrap="none"/>
                <a:lstStyle/>
                <a:p>
                  <a:pPr>
                    <a:defRPr b="0" sz="1000" spc="-1" strike="noStrike">
                      <a:solidFill>
                        <a:srgbClr val="000000"/>
                      </a:solidFill>
                      <a:latin typeface="Arial"/>
                      <a:ea typeface="DejaVu Sans"/>
                    </a:defRPr>
                  </a:pPr>
                </a:p>
              </c:txPr>
              <c:dLblPos val="bestFit"/>
              <c:showLegendKey val="0"/>
              <c:showVal val="0"/>
              <c:showCatName val="0"/>
              <c:showSerName val="0"/>
              <c:showPercent val="0"/>
              <c:separator> </c:separator>
            </c:dLbl>
            <c:txPr>
              <a:bodyPr wrap="none"/>
              <a:lstStyle/>
              <a:p>
                <a:pPr>
                  <a:defRPr b="0" sz="1000" spc="-1" strike="noStrike">
                    <a:solidFill>
                      <a:srgbClr val="000000"/>
                    </a:solidFill>
                    <a:latin typeface="Arial"/>
                  </a:defRPr>
                </a:pPr>
              </a:p>
            </c:txPr>
            <c:dLblPos val="bestFit"/>
            <c:showLegendKey val="0"/>
            <c:showVal val="0"/>
            <c:showCatName val="0"/>
            <c:showSerName val="0"/>
            <c:showPercent val="0"/>
            <c:separator> </c:separator>
            <c:showLeaderLines val="1"/>
          </c:dLbls>
          <c:cat>
            <c:strRef>
              <c:f>categories</c:f>
              <c:strCache>
                <c:ptCount val="5"/>
                <c:pt idx="0">
                  <c:v>Category 0</c:v>
                </c:pt>
                <c:pt idx="1">
                  <c:v>Category 1</c:v>
                </c:pt>
                <c:pt idx="2">
                  <c:v>Category 2</c:v>
                </c:pt>
                <c:pt idx="3">
                  <c:v>Category 3</c:v>
                </c:pt>
                <c:pt idx="4">
                  <c:v>Category 4</c:v>
                </c:pt>
              </c:strCache>
            </c:strRef>
          </c:cat>
          <c:val>
            <c:numRef>
              <c:f>0</c:f>
              <c:numCache>
                <c:formatCode>General</c:formatCode>
                <c:ptCount val="5"/>
                <c:pt idx="0">
                  <c:v>0.4</c:v>
                </c:pt>
              </c:numCache>
            </c:numRef>
          </c:val>
        </c:ser>
        <c:firstSliceAng val="0"/>
      </c:pieChart>
      <c:spPr>
        <a:noFill/>
        <a:ln w="0">
          <a:noFill/>
        </a:ln>
      </c:spPr>
    </c:plotArea>
    <c:plotVisOnly val="1"/>
    <c:dispBlanksAs val="gap"/>
  </c:chart>
  <c:spPr>
    <a:noFill/>
    <a:ln w="9360">
      <a:solidFill>
        <a:srgbClr val="d9d9d9"/>
      </a:solidFill>
      <a:round/>
    </a:ln>
  </c:spPr>
</c:chartSpace>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E29B67BD-D9CA-4151-A5B8-32908BDDF362}" type="slidenum">
              <a:t>&lt;#&gt;</a:t>
            </a:fld>
          </a:p>
        </p:txBody>
      </p:sp>
      <p:sp>
        <p:nvSpPr>
          <p:cNvPr id="4" name="PlaceHolder 3"/>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E553E35E-7B2B-46FB-90CA-801A679B06D1}"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BC2D2BB4-F3D1-43F3-A206-DA99B1EED735}"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1"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965155CD-E1E7-4D73-B3D2-78439A52CFD9}"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C2EAABAB-3151-4F53-A993-3E96523B29FC}"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429D1ABE-7CAE-4E5E-890C-FF0CD2ABBE11}"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6"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7"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CE7E7700-C35E-41C7-8A45-B7105422C942}"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9"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2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1"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80CDA417-0D9F-4CAA-8F74-29ED6F2549F5}"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5"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B67D6ECE-8756-4981-AD56-95D6EF4D9B32}"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7"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8"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616B6FF4-D878-4993-9124-3C0EBA0DD44E}"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2"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3"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6BA2786C-7383-4517-B677-1242B101AC7C}" type="slidenum">
              <a:t>&lt;#&gt;</a:t>
            </a:fld>
          </a:p>
        </p:txBody>
      </p:sp>
      <p:sp>
        <p:nvSpPr>
          <p:cNvPr id="9" name="PlaceHolder 8"/>
          <p:cNvSpPr>
            <a:spLocks noGrp="1"/>
          </p:cNvSpPr>
          <p:nvPr>
            <p:ph type="dt" idx="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5"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6"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7"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8"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9"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0"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2B81ECD9-8F66-41DD-9E04-CA2800C2C945}" type="slidenum">
              <a:t>&lt;#&gt;</a:t>
            </a:fld>
          </a:p>
        </p:txBody>
      </p:sp>
      <p:sp>
        <p:nvSpPr>
          <p:cNvPr id="11" name="PlaceHolder 10"/>
          <p:cNvSpPr>
            <a:spLocks noGrp="1"/>
          </p:cNvSpPr>
          <p:nvPr>
            <p:ph type="dt" idx="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ftr" idx="1"/>
          </p:nvPr>
        </p:nvSpPr>
        <p:spPr>
          <a:xfrm>
            <a:off x="3124080" y="6356520"/>
            <a:ext cx="2894400" cy="363960"/>
          </a:xfrm>
          <a:prstGeom prst="rect">
            <a:avLst/>
          </a:prstGeom>
          <a:noFill/>
          <a:ln w="0">
            <a:noFill/>
          </a:ln>
        </p:spPr>
        <p:txBody>
          <a:bodyPr lIns="90000" rIns="90000" tIns="45000" bIns="45000" anchor="ctr">
            <a:noAutofit/>
          </a:bodyPr>
          <a:lstStyle>
            <a:lvl1pPr algn="ctr">
              <a:lnSpc>
                <a:spcPct val="100000"/>
              </a:lnSpc>
              <a:buNone/>
              <a:defRPr b="0" lang="en-HK" sz="1400" spc="-1" strike="noStrike">
                <a:latin typeface="Times New Roman"/>
              </a:defRPr>
            </a:lvl1pPr>
          </a:lstStyle>
          <a:p>
            <a:pPr algn="ctr">
              <a:lnSpc>
                <a:spcPct val="100000"/>
              </a:lnSpc>
              <a:buNone/>
            </a:pPr>
            <a:r>
              <a:rPr b="0" lang="en-HK" sz="1400" spc="-1" strike="noStrike">
                <a:latin typeface="Times New Roman"/>
              </a:rPr>
              <a:t>&lt;footer&gt;</a:t>
            </a:r>
            <a:endParaRPr b="0" lang="en-US" sz="1400" spc="-1" strike="noStrike">
              <a:latin typeface="Times New Roman"/>
            </a:endParaRPr>
          </a:p>
        </p:txBody>
      </p:sp>
      <p:sp>
        <p:nvSpPr>
          <p:cNvPr id="1" name="PlaceHolder 2"/>
          <p:cNvSpPr>
            <a:spLocks noGrp="1"/>
          </p:cNvSpPr>
          <p:nvPr>
            <p:ph type="sldNum" idx="2"/>
          </p:nvPr>
        </p:nvSpPr>
        <p:spPr>
          <a:xfrm>
            <a:off x="6553080" y="6356520"/>
            <a:ext cx="2132640" cy="363960"/>
          </a:xfrm>
          <a:prstGeom prst="rect">
            <a:avLst/>
          </a:prstGeom>
          <a:noFill/>
          <a:ln w="0">
            <a:noFill/>
          </a:ln>
        </p:spPr>
        <p:txBody>
          <a:bodyPr lIns="90000" rIns="90000" tIns="45000" bIns="45000" anchor="ctr">
            <a:noAutofit/>
          </a:bodyPr>
          <a:lstStyle>
            <a:lvl1pPr algn="r">
              <a:lnSpc>
                <a:spcPct val="100000"/>
              </a:lnSpc>
              <a:buNone/>
              <a:defRPr b="0" lang="en-US" sz="1200" spc="-1" strike="noStrike">
                <a:solidFill>
                  <a:srgbClr val="8b8b8b"/>
                </a:solidFill>
                <a:latin typeface="Calibri"/>
              </a:defRPr>
            </a:lvl1pPr>
          </a:lstStyle>
          <a:p>
            <a:pPr algn="r">
              <a:lnSpc>
                <a:spcPct val="100000"/>
              </a:lnSpc>
              <a:buNone/>
            </a:pPr>
            <a:fld id="{37362CF2-37F0-4472-B60C-B9C08BE4FD3C}" type="slidenum">
              <a:rPr b="0" lang="en-US" sz="1200" spc="-1" strike="noStrike">
                <a:solidFill>
                  <a:srgbClr val="8b8b8b"/>
                </a:solidFill>
                <a:latin typeface="Calibri"/>
              </a:rPr>
              <a:t>&lt;number&gt;</a:t>
            </a:fld>
            <a:endParaRPr b="0" lang="en-US" sz="1200" spc="-1" strike="noStrike">
              <a:latin typeface="Times New Roman"/>
            </a:endParaRPr>
          </a:p>
        </p:txBody>
      </p:sp>
      <p:sp>
        <p:nvSpPr>
          <p:cNvPr id="2" name="PlaceHolder 3"/>
          <p:cNvSpPr>
            <a:spLocks noGrp="1"/>
          </p:cNvSpPr>
          <p:nvPr>
            <p:ph type="dt" idx="3"/>
          </p:nvPr>
        </p:nvSpPr>
        <p:spPr>
          <a:xfrm>
            <a:off x="457200" y="6356520"/>
            <a:ext cx="2132640" cy="363960"/>
          </a:xfrm>
          <a:prstGeom prst="rect">
            <a:avLst/>
          </a:prstGeom>
          <a:noFill/>
          <a:ln w="0">
            <a:noFill/>
          </a:ln>
        </p:spPr>
        <p:txBody>
          <a:bodyPr lIns="90000" rIns="90000" tIns="45000" bIns="45000"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3"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4"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1.png"/><Relationship Id="rId3"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ff00"/>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8520" cy="1141920"/>
          </a:xfrm>
          <a:prstGeom prst="rect">
            <a:avLst/>
          </a:prstGeom>
          <a:noFill/>
          <a:ln w="0">
            <a:noFill/>
          </a:ln>
        </p:spPr>
        <p:txBody>
          <a:bodyPr lIns="90000" rIns="90000" tIns="45000" bIns="45000" anchor="ctr">
            <a:noAutofit/>
          </a:bodyPr>
          <a:p>
            <a:pPr algn="ctr">
              <a:buNone/>
            </a:pPr>
            <a:endParaRPr b="0" lang="en-US" sz="4400" spc="-1" strike="noStrike">
              <a:latin typeface="Arial"/>
            </a:endParaRPr>
          </a:p>
        </p:txBody>
      </p:sp>
      <p:sp>
        <p:nvSpPr>
          <p:cNvPr id="42" name="PlaceHolder 2"/>
          <p:cNvSpPr>
            <a:spLocks noGrp="1"/>
          </p:cNvSpPr>
          <p:nvPr>
            <p:ph/>
          </p:nvPr>
        </p:nvSpPr>
        <p:spPr>
          <a:xfrm>
            <a:off x="457200" y="1600200"/>
            <a:ext cx="8228520" cy="4524840"/>
          </a:xfrm>
          <a:prstGeom prst="rect">
            <a:avLst/>
          </a:prstGeom>
          <a:noFill/>
          <a:ln w="0">
            <a:noFill/>
          </a:ln>
        </p:spPr>
        <p:txBody>
          <a:bodyPr lIns="90000" rIns="90000" tIns="45000" bIns="45000" anchor="t">
            <a:noAutofit/>
          </a:bodyPr>
          <a:p>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PlaceHolder 1"/>
          <p:cNvSpPr>
            <a:spLocks noGrp="1"/>
          </p:cNvSpPr>
          <p:nvPr>
            <p:ph type="title"/>
          </p:nvPr>
        </p:nvSpPr>
        <p:spPr>
          <a:xfrm>
            <a:off x="457200" y="274680"/>
            <a:ext cx="8228520" cy="1141920"/>
          </a:xfrm>
          <a:prstGeom prst="rect">
            <a:avLst/>
          </a:prstGeom>
          <a:noFill/>
          <a:ln w="0">
            <a:noFill/>
          </a:ln>
        </p:spPr>
        <p:txBody>
          <a:bodyPr lIns="90000" rIns="90000" tIns="45000" bIns="45000" anchor="ctr">
            <a:noAutofit/>
          </a:bodyPr>
          <a:p>
            <a:pPr algn="ctr">
              <a:lnSpc>
                <a:spcPct val="100000"/>
              </a:lnSpc>
              <a:buNone/>
            </a:pPr>
            <a:r>
              <a:rPr b="0" lang="en-US" sz="4400" spc="-1" strike="noStrike">
                <a:solidFill>
                  <a:srgbClr val="000000"/>
                </a:solidFill>
                <a:latin typeface="Calibri"/>
              </a:rPr>
              <a:t>Different Cookers</a:t>
            </a:r>
            <a:endParaRPr b="0" lang="en-US" sz="4400" spc="-1" strike="noStrike">
              <a:latin typeface="Arial"/>
            </a:endParaRPr>
          </a:p>
        </p:txBody>
      </p:sp>
      <p:sp>
        <p:nvSpPr>
          <p:cNvPr id="44" name="PlaceHolder 2"/>
          <p:cNvSpPr>
            <a:spLocks noGrp="1"/>
          </p:cNvSpPr>
          <p:nvPr>
            <p:ph/>
          </p:nvPr>
        </p:nvSpPr>
        <p:spPr>
          <a:xfrm>
            <a:off x="457200" y="1600200"/>
            <a:ext cx="8228520" cy="4524840"/>
          </a:xfrm>
          <a:prstGeom prst="rect">
            <a:avLst/>
          </a:prstGeom>
          <a:noFill/>
          <a:ln w="0">
            <a:noFill/>
          </a:ln>
        </p:spPr>
        <p:txBody>
          <a:bodyPr lIns="90000" rIns="90000" tIns="45000" bIns="45000" anchor="t">
            <a:noAutofit/>
          </a:bodyPr>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There are various types of cookers available that cater to different cooking needs. From traditional stovetops to advanced electric cookers and modern induction cooktops, each type offers unique features and benefits.</a:t>
            </a:r>
            <a:endParaRPr b="0" lang="en-US" sz="3200" spc="-1" strike="noStrike">
              <a:latin typeface="Arial"/>
            </a:endParaRPr>
          </a:p>
        </p:txBody>
      </p:sp>
      <p:graphicFrame>
        <p:nvGraphicFramePr>
          <p:cNvPr id="45" name="Table 3"/>
          <p:cNvGraphicFramePr/>
          <p:nvPr/>
        </p:nvGraphicFramePr>
        <p:xfrm>
          <a:off x="628560" y="1825560"/>
          <a:ext cx="7886160" cy="1339560"/>
        </p:xfrm>
        <a:graphic>
          <a:graphicData uri="http://schemas.openxmlformats.org/drawingml/2006/table">
            <a:tbl>
              <a:tblPr/>
              <a:tblGrid>
                <a:gridCol w="1971360"/>
                <a:gridCol w="1971360"/>
                <a:gridCol w="1971360"/>
                <a:gridCol w="1972440"/>
              </a:tblGrid>
              <a:tr h="369720">
                <a:tc>
                  <a:txBody>
                    <a:bodyPr anchor="t">
                      <a:noAutofit/>
                    </a:bodyPr>
                    <a:p>
                      <a:pPr>
                        <a:lnSpc>
                          <a:spcPct val="100000"/>
                        </a:lnSpc>
                        <a:buNone/>
                      </a:pPr>
                      <a:r>
                        <a:rPr b="0" lang="en-US" sz="1800" spc="-1" strike="noStrike">
                          <a:solidFill>
                            <a:srgbClr val="ffffff"/>
                          </a:solidFill>
                          <a:latin typeface="Calibri"/>
                        </a:rPr>
                        <a:t>Cooker Type</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4f81bd"/>
                    </a:solidFill>
                  </a:tcPr>
                </a:tc>
                <a:tc>
                  <a:txBody>
                    <a:bodyPr anchor="t">
                      <a:noAutofit/>
                    </a:bodyPr>
                    <a:p>
                      <a:pPr>
                        <a:lnSpc>
                          <a:spcPct val="100000"/>
                        </a:lnSpc>
                        <a:buNone/>
                      </a:pPr>
                      <a:r>
                        <a:rPr b="0" lang="en-US" sz="1800" spc="-1" strike="noStrike">
                          <a:solidFill>
                            <a:srgbClr val="ffffff"/>
                          </a:solidFill>
                          <a:latin typeface="Calibri"/>
                        </a:rPr>
                        <a:t>Features</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4f81bd"/>
                    </a:solidFill>
                  </a:tcPr>
                </a:tc>
                <a:tc>
                  <a:txBody>
                    <a:bodyPr anchor="t">
                      <a:noAutofit/>
                    </a:bodyPr>
                    <a:p>
                      <a:pPr>
                        <a:lnSpc>
                          <a:spcPct val="100000"/>
                        </a:lnSpc>
                        <a:buNone/>
                      </a:pPr>
                      <a:r>
                        <a:rPr b="0" lang="en-US" sz="1800" spc="-1" strike="noStrike">
                          <a:solidFill>
                            <a:srgbClr val="ffffff"/>
                          </a:solidFill>
                          <a:latin typeface="Calibri"/>
                        </a:rPr>
                        <a:t>Benefits</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4f81bd"/>
                    </a:solidFill>
                  </a:tcPr>
                </a:tc>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4f81bd"/>
                    </a:solidFill>
                  </a:tcPr>
                </a:tc>
              </a:tr>
              <a:tr h="622440">
                <a:tc>
                  <a:txBody>
                    <a:bodyPr anchor="t">
                      <a:noAutofit/>
                    </a:bodyPr>
                    <a:p>
                      <a:pPr>
                        <a:lnSpc>
                          <a:spcPct val="100000"/>
                        </a:lnSpc>
                        <a:buNone/>
                      </a:pPr>
                      <a:r>
                        <a:rPr b="0" lang="en-US" sz="1800" spc="-1" strike="noStrike">
                          <a:solidFill>
                            <a:srgbClr val="000000"/>
                          </a:solidFill>
                          <a:latin typeface="Calibri"/>
                        </a:rPr>
                        <a:t>Stovetop</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xBody>
                    <a:bodyPr anchor="t">
                      <a:noAutofit/>
                    </a:bodyPr>
                    <a:p>
                      <a:pPr>
                        <a:lnSpc>
                          <a:spcPct val="100000"/>
                        </a:lnSpc>
                        <a:buNone/>
                      </a:pPr>
                      <a:r>
                        <a:rPr b="0" lang="en-US" sz="1800" spc="-1" strike="noStrike">
                          <a:solidFill>
                            <a:srgbClr val="000000"/>
                          </a:solidFill>
                          <a:latin typeface="Calibri"/>
                        </a:rPr>
                        <a:t>Gas or electric burners</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xBody>
                    <a:bodyPr anchor="t">
                      <a:noAutofit/>
                    </a:bodyPr>
                    <a:p>
                      <a:pPr>
                        <a:lnSpc>
                          <a:spcPct val="100000"/>
                        </a:lnSpc>
                        <a:buNone/>
                      </a:pPr>
                      <a:r>
                        <a:rPr b="0" lang="en-US" sz="1800" spc="-1" strike="noStrike">
                          <a:solidFill>
                            <a:srgbClr val="000000"/>
                          </a:solidFill>
                          <a:latin typeface="Calibri"/>
                        </a:rPr>
                        <a:t>Precise heat control</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r>
              <a:tr h="347760">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r>
            </a:tbl>
          </a:graphicData>
        </a:graphic>
      </p:graphicFrame>
      <p:graphicFrame>
        <p:nvGraphicFramePr>
          <p:cNvPr id="46" name="Chart 4"/>
          <p:cNvGraphicFramePr/>
          <p:nvPr/>
        </p:nvGraphicFramePr>
        <p:xfrm>
          <a:off x="628560" y="1825560"/>
          <a:ext cx="7885800" cy="4350240"/>
        </p:xfrm>
        <a:graphic>
          <a:graphicData uri="http://schemas.openxmlformats.org/drawingml/2006/chart">
            <c:chart xmlns:c="http://schemas.openxmlformats.org/drawingml/2006/chart" xmlns:r="http://schemas.openxmlformats.org/officeDocument/2006/relationships" r:id="rId1"/>
          </a:graphicData>
        </a:graphic>
      </p:graphicFrame>
      <p:pic>
        <p:nvPicPr>
          <p:cNvPr id="47" name="Picture 5" descr="none.png"/>
          <p:cNvPicPr/>
          <p:nvPr/>
        </p:nvPicPr>
        <p:blipFill>
          <a:blip r:embed="rId2"/>
          <a:stretch/>
        </p:blipFill>
        <p:spPr>
          <a:xfrm>
            <a:off x="600120" y="1825560"/>
            <a:ext cx="2518920" cy="215892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LibreOffice/7.3.7.2$Linux_X86_64 LibreOffice_project/30$Build-2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en-HK</dc:language>
  <cp:lastModifiedBy/>
  <dcterms:modified xsi:type="dcterms:W3CDTF">2026-09-06T05:06:45Z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