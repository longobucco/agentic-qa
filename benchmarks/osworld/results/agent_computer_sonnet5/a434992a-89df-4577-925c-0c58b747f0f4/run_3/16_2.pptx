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95AFFE-E558-42C0-B642-42993ADE79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642CA0-A9EA-41C5-BD5C-C58AFB359B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8D05B3-AC6D-4A2C-9122-7F3E841C17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B9531A-E26F-4252-86D8-EC8D19B54F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E81B14-C65C-4EF2-AC02-0AEC5495D3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02ACEE-9855-49AE-9BBC-D04505376C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CC1AAD-C904-4AAF-912D-D658F4E4B8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0CE9D1-297D-4D1B-BE90-2EFFE60B67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F076A0-FB38-4AEE-9DCB-350870261B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02BF8E-9579-42E4-96FC-A539A093C03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08B589-67FF-4AD6-8936-11295229DF7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280D54-5408-4407-8B2A-626D1590E94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A3BDFD0-8019-4AEF-9F34-FA7F1003014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Neural Network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200" spc="-1" strike="noStrike">
                <a:solidFill>
                  <a:srgbClr val="ffa500"/>
                </a:solidFill>
                <a:latin typeface="Calibri"/>
              </a:rPr>
              <a:t>Neural networks are a set of algorithms that mimic the function of a human brain. They are designed to recognize patterns, classify data, and make predictions.</a:t>
            </a:r>
            <a:endParaRPr b="0" lang="en-US" sz="1200" spc="-1" strike="noStrike">
              <a:solidFill>
                <a:srgbClr val="ffa5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2026-09-09T02:51:33Z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