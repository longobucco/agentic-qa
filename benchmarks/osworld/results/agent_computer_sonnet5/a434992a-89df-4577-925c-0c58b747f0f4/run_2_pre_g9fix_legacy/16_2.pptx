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33E5DC-0C70-4F23-BC20-3DCC66525E1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A5EB7F-8349-43DA-AC10-0AD8BFE886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3CE8F7-7FD4-415A-8C1E-718A9999EB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DED9C9-3D5E-4312-B98F-53794DEEFA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A47104A-314D-4041-8BD6-B7CA7683D5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EB230D-BDDD-4BFA-AF3E-1AC8B1288F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27BD66-37BC-4015-94BF-0EF8AF021A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D087B9-18C2-48B8-B4DE-F15E9D8DB1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CF9DAD-F043-4068-941F-A4940C1EF6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A0B898-68C1-4D67-A37B-AB1F366522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4FFC4C0-7713-44CC-8343-6A75E692BB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EF36CA-60CA-48E0-87DC-2246C04D0F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5448545-B901-46FF-BDFD-058DBD443A4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Neural Network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ffa500"/>
                </a:solidFill>
                <a:latin typeface="Calibri"/>
              </a:rPr>
              <a:t>Neural networks are a set of algorithms that mimic the function of a human brain. They are designed to recognize patterns, classify data, and make predictions.</a:t>
            </a:r>
            <a:endParaRPr b="0" lang="en-US" sz="1200" spc="-1" strike="noStrike">
              <a:solidFill>
                <a:srgbClr val="ffa5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2026-09-06T07:42:25Z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