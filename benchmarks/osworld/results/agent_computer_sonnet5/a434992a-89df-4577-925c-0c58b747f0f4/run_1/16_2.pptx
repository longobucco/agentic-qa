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2CDD73-E221-44D9-97A6-EC8B938A318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28048C-4092-4295-B68A-4F26198D8D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57B449-30FE-4BC9-AA3E-67DC65C2072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B4CEEF7-5FBF-47BE-91D0-68316259385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B551D21-248E-4ED6-B922-02126A6963D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79686C-3F3F-4280-92B0-301B7F7903B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1B236E-6B1B-4195-8B13-0EF31CDDA83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02A93B-0026-4961-9C48-5468DB30AEE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0E7AF2-F3FF-42B0-B33D-CB25928B437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3A61FC7-157D-435D-83E6-4303EB399C7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37B3073-4195-4688-9152-C5494896968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F37AF51-61D6-44B8-96CE-F2C11350F31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FB54BAD-B01C-4611-A4C8-6DFAEDE9A5E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Neural Network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200" spc="-1" strike="noStrike">
                <a:solidFill>
                  <a:srgbClr val="ffa500"/>
                </a:solidFill>
                <a:latin typeface="Calibri"/>
              </a:rPr>
              <a:t>Neural networks are a set of algorithms that mimic the function of a human brain. They are designed to recognize patterns, classify data, and make predictions.</a:t>
            </a:r>
            <a:endParaRPr b="0" lang="en-US" sz="1200" spc="-1" strike="noStrike">
              <a:solidFill>
                <a:srgbClr val="ffa5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en-HK</dc:language>
  <cp:lastModifiedBy/>
  <dcterms:modified xsi:type="dcterms:W3CDTF">2026-09-09T02:48:23Z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