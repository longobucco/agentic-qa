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53EA5B0-E992-4D04-8336-1442335CB35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A87F543-BC1F-4F8A-A173-F56EBDBDFC8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E500100-4476-406D-B702-7ECF9EE3C8E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4A2FD12-6C19-4E98-BF08-57AC99DA1FF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BE68EB3-DE4B-49FA-A278-576061C852B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99E137B-B67F-4688-8B59-F67C66E5635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3DA7C7A-ADE9-4F51-AC21-19D376A68A2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09BCE27-66A7-43E9-BEC7-AC6C657CD47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CC624A4-9409-4274-B02C-2517FAEE5C6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FBE8B81-11AC-4124-AB6E-EE2254D42BD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17382A6-E9A9-4A06-99D2-E6A287A393B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4DC33F7-CBA1-4EEC-BBAE-7B070DBE863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18890A8-623B-43C4-ACA9-5F3A79C7DAB4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Neural Network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rgbClr val="ffa500"/>
                </a:solidFill>
                <a:latin typeface="Calibri"/>
              </a:rPr>
              <a:t>Neural networks are a set of algorithms that mimic the function of a human brain. They are designed to recognize patterns, classify data, and make predictions.</a:t>
            </a:r>
            <a:endParaRPr b="0" lang="en-US" sz="1200" spc="-1" strike="noStrike">
              <a:solidFill>
                <a:srgbClr val="ffa5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en-HK</dc:language>
  <cp:lastModifiedBy/>
  <dcterms:modified xsi:type="dcterms:W3CDTF">2026-09-09T02:50:02Z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