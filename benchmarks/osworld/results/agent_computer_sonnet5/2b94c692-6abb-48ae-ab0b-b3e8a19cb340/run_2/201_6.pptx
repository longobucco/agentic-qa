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627C617-2BF8-48CB-AF48-E0E2415707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D6097A-D73D-4439-9509-229D9EFEBE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E62B489-D273-44FC-BEBA-A00A511635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050C372-4F9F-4289-80BB-77436792C8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FE924E-86E7-4CA0-B844-64478AD646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8FF0FE2-F1EB-4830-A127-C4F781BAC44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1F94B0-88DE-472E-A8E6-77FC5E4C69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7FB042-ACAB-4D24-9B09-B6BFD9FFF6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842655-1AF4-4E91-9ED4-716EF5DAF7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D34EC8A-E940-45D4-84D5-A7E4184C88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0BB2B1-117C-4EB9-91B6-15A9D8FF338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E00A7B-293B-4139-B27D-743302067BD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7A437F-B5BF-421F-B9C3-CEEEB6F95D3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2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"/>
              </a:rPr>
              <a:t>NFC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64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6400"/>
                </a:solidFill>
                <a:latin typeface="Calibri"/>
              </a:rPr>
              <a:t>NFC (Near Field Communication) enables seamless wireless communication between devices in close proximity.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45" name="Picture 3" descr="none.png"/>
          <p:cNvPicPr/>
          <p:nvPr/>
        </p:nvPicPr>
        <p:blipFill>
          <a:blip r:embed="rId1"/>
          <a:stretch/>
        </p:blipFill>
        <p:spPr>
          <a:xfrm>
            <a:off x="6675120" y="1828800"/>
            <a:ext cx="2158560" cy="215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2026-09-08T17:56:15Z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