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AF927E3-9664-46CD-87C8-6308B25264D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BE636AE-D9CC-4E0A-9C43-0D4F9FE22FA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8DA090F-F341-4197-BDFA-770DC7E10A6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C9ABCF0-087E-4870-B18B-F6B9D55C987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ABED485-11F9-40E8-AC6A-43E48B6BA16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DEF9DD1-D339-44AF-A141-DDA64AA5B91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43B13E4-F722-4E62-89F6-67ABAF3B94B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FA41101-A2E8-4EDC-ACA3-24C1B75ADA1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D304312-B0B1-43C6-B053-5D266FE18AE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DA7CC73-A9EF-42D8-A023-FB3EB7DBC13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1473092-F97F-431E-A4CB-59BAB6C3AC29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911634D-D4FC-4E4F-9DE0-F5859341161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en-HK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HK" sz="1400" spc="-1" strike="noStrike">
                <a:latin typeface="Times New Roman"/>
              </a:rPr>
              <a:t> 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6F5D4E8-DFCD-4FCA-B62F-E222831E7C88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2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 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8000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4400" spc="-1" strike="noStrike">
                <a:solidFill>
                  <a:srgbClr val="000000"/>
                </a:solidFill>
                <a:latin typeface="Calibri"/>
              </a:rPr>
              <a:t>NFC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400"/>
              </a:spcBef>
              <a:buClr>
                <a:srgbClr val="0064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6400"/>
                </a:solidFill>
                <a:latin typeface="Calibri"/>
              </a:rPr>
              <a:t>NFC (Near Field Communication) enables seamless wireless communication between devices in close proximity.</a:t>
            </a:r>
            <a:endParaRPr b="0" lang="en-US" sz="2000" spc="-1" strike="noStrike">
              <a:latin typeface="Arial"/>
            </a:endParaRPr>
          </a:p>
        </p:txBody>
      </p:sp>
      <p:pic>
        <p:nvPicPr>
          <p:cNvPr id="45" name="Picture 3" descr="none.png"/>
          <p:cNvPicPr/>
          <p:nvPr/>
        </p:nvPicPr>
        <p:blipFill>
          <a:blip r:embed="rId1"/>
          <a:stretch/>
        </p:blipFill>
        <p:spPr>
          <a:xfrm>
            <a:off x="6858000" y="1828800"/>
            <a:ext cx="2158560" cy="2158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LibreOffice/7.3.7.2$Linux_X86_64 LibreOffice_project/30$Build-2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en-HK</dc:language>
  <cp:lastModifiedBy/>
  <dcterms:modified xsi:type="dcterms:W3CDTF">2026-09-08T17:55:16Z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