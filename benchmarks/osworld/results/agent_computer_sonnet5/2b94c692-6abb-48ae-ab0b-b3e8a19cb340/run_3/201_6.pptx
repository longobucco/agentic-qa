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8E86CD-9FB7-4522-B788-3E657168A9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E92FC-AF5D-4A32-8AF8-10A5D32556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3E0E84-C8D0-4C7C-9C84-9DF7AA57CB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C24D03-6B0E-423B-9866-28F67DD7A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69D02B-3C1B-4FCE-9D10-AD43F70AB9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3894A5-0A1F-45C8-BC65-FF3B0A048A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C07CBA-4418-46B9-940F-4BC5F2A0C2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79B80F-635A-4D44-B992-81E6C7B0F4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01068F-29D2-4EFA-8E59-418890DB2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5D7901-7A1C-46A1-84A9-85EE40C3F2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A7CC8F-F175-4F22-9F17-29612A2150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9F687B-334B-48F9-9631-C9C220B56E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D34AA5-299F-445C-9260-2054336BB54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NFC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6400"/>
                </a:solidFill>
                <a:latin typeface="Calibri"/>
              </a:rPr>
              <a:t>NFC (Near Field Communication) enables seamless wireless communication between devices in close proximity.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675120" y="1828800"/>
            <a:ext cx="2158560" cy="215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2026-09-08T17:57:13Z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