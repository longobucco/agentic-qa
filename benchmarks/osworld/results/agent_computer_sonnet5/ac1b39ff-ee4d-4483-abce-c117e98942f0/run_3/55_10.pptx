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media/image1.png" ContentType="image/png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</p:sldIdLst>
  <p:sldSz cx="9144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97CCFF3C-4A47-414C-8B34-32DCEB8B1B0F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30039DC5-F7CE-4802-B288-8DE2340E704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DD98F5B6-E192-44E1-A8C3-7E8D3238733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36B88812-249D-4B4C-BA1A-5726574AECA5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8EC8F938-F3B6-43A8-8764-84F02E859C48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A8221700-2286-4C4C-BC01-C620A16731C8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05E95CE1-D483-4897-9AF6-ED34E728E93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44CA918D-1BBD-43E7-B9AE-86CE0B75CEE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83E4861F-E086-4ECC-A65D-C71A91BADCB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F1436B3C-FE28-4E0B-A0E1-9C1DC4A9299D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2DC52718-2E65-45E3-AE66-2CD3896096E5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92337177-2055-44ED-8B68-779C4E3F8128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ftr" idx="1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ctr">
              <a:lnSpc>
                <a:spcPct val="100000"/>
              </a:lnSpc>
              <a:buNone/>
              <a:defRPr b="0" lang="en-HK" sz="1400" spc="-1" strike="noStrike">
                <a:latin typeface="Times New Roman"/>
              </a:defRPr>
            </a:lvl1pPr>
          </a:lstStyle>
          <a:p>
            <a:pPr algn="ctr">
              <a:lnSpc>
                <a:spcPct val="100000"/>
              </a:lnSpc>
              <a:buNone/>
            </a:pPr>
            <a:r>
              <a:rPr b="0" lang="en-HK" sz="1400" spc="-1" strike="noStrike">
                <a:latin typeface="Times New Roman"/>
              </a:rPr>
              <a:t> 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sldNum" idx="2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824D6911-C66D-45A8-9864-F10E1AC10221}" type="slidenum">
              <a:rPr b="0" lang="en-US" sz="1200" spc="-1" strike="noStrike">
                <a:solidFill>
                  <a:srgbClr val="8b8b8b"/>
                </a:solidFill>
                <a:latin typeface="Calibri"/>
              </a:rPr>
              <a:t>3</a:t>
            </a:fld>
            <a:endParaRPr b="0" lang="en-US" sz="1200" spc="-1" strike="noStrike"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3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>
              <a:defRPr b="0" lang="en-US" sz="1400" spc="-1" strike="noStrike">
                <a:latin typeface="Times New Roman"/>
              </a:defRPr>
            </a:lvl1pPr>
          </a:lstStyle>
          <a:p>
            <a:r>
              <a:rPr b="0" lang="en-US" sz="1400" spc="-1" strike="noStrike">
                <a:latin typeface="Times New Roman"/>
              </a:rPr>
              <a:t> 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4400" spc="-1" strike="noStrike">
                <a:latin typeface="Arial"/>
              </a:rPr>
              <a:t>Click to edit the title text format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Click to edit the outline text format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Second Outline Level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Third Outline Level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Arial"/>
              </a:rPr>
              <a:t>Fourth Outline Level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Fifth Outline Level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Sixth Outline Level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Seventh Outline Level</a:t>
            </a:r>
            <a:endParaRPr b="0" lang="en-US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a5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a5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i="1" lang="en-US" sz="1800" spc="-1" strike="noStrike">
                <a:solidFill>
                  <a:srgbClr val="000000"/>
                </a:solidFill>
                <a:latin typeface="Calibri"/>
              </a:rPr>
              <a:t>Bridget Fonda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endParaRPr b="0" lang="en-US" sz="3200" spc="-1" strike="noStrike">
              <a:latin typeface="Arial"/>
            </a:endParaRPr>
          </a:p>
        </p:txBody>
      </p:sp>
      <p:pic>
        <p:nvPicPr>
          <p:cNvPr id="45" name="Picture 3" descr="none.png"/>
          <p:cNvPicPr/>
          <p:nvPr/>
        </p:nvPicPr>
        <p:blipFill>
          <a:blip r:embed="rId1"/>
          <a:stretch/>
        </p:blipFill>
        <p:spPr>
          <a:xfrm>
            <a:off x="6383880" y="600120"/>
            <a:ext cx="2879280" cy="25192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Calibri"/>
              </a:rPr>
              <a:t>Movie List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343080" indent="-343080">
              <a:lnSpc>
                <a:spcPct val="100000"/>
              </a:lnSpc>
              <a:spcBef>
                <a:spcPts val="241"/>
              </a:spcBef>
              <a:buClr>
                <a:srgbClr val="000000"/>
              </a:buClr>
              <a:buFont typeface="Arial"/>
              <a:buChar char="•"/>
            </a:pPr>
            <a:r>
              <a:rPr b="0" i="1" lang="en-US" sz="1200" spc="-1" strike="noStrike">
                <a:solidFill>
                  <a:srgbClr val="000000"/>
                </a:solidFill>
                <a:latin typeface="Calibri"/>
              </a:rPr>
              <a:t>Born in Los Angeles, Bridget Fonda comes from a respected acting family, which includes Henry Fonda, Peter Fonda and Jane Fonda. She became involved with the theatre after appearing in a school production of Harvey, and later having a silent role in Partners. In 1988, she appeared in Scandal, her first speaking role, having a few small roles afterwards.</a:t>
            </a:r>
            <a:endParaRPr b="0" lang="en-US" sz="1200" spc="-1" strike="noStrike">
              <a:latin typeface="Arial"/>
            </a:endParaRPr>
          </a:p>
        </p:txBody>
      </p:sp>
      <p:graphicFrame>
        <p:nvGraphicFramePr>
          <p:cNvPr id="48" name="Table 3"/>
          <p:cNvGraphicFramePr/>
          <p:nvPr/>
        </p:nvGraphicFramePr>
        <p:xfrm>
          <a:off x="631080" y="5751720"/>
          <a:ext cx="7886160" cy="1109160"/>
        </p:xfrm>
        <a:graphic>
          <a:graphicData uri="http://schemas.openxmlformats.org/drawingml/2006/table">
            <a:tbl>
              <a:tblPr/>
              <a:tblGrid>
                <a:gridCol w="2628720"/>
                <a:gridCol w="2628720"/>
                <a:gridCol w="2629080"/>
              </a:tblGrid>
              <a:tr h="36972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8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1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8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2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8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3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4f81bd"/>
                    </a:solidFill>
                  </a:tcPr>
                </a:tc>
              </a:tr>
              <a:tr h="36972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4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5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6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d0d8e7"/>
                    </a:solidFill>
                  </a:tcPr>
                </a:tc>
              </a:tr>
              <a:tr h="37008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7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8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9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9ecf3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</TotalTime>
  <Application>LibreOffice/7.3.7.2$Linux_X86_64 LibreOffice_project/30$Build-2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en-HK</dc:language>
  <cp:lastModifiedBy/>
  <dcterms:modified xsi:type="dcterms:W3CDTF">2026-09-08T21:56:44Z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