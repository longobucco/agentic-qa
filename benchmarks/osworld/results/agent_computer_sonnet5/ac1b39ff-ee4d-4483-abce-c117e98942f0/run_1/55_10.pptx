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D143B2E-13FB-4603-A0F2-DBF6FAD44A9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7E86580-9B76-48BC-BB88-33147072DA4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108FC48-5F08-46F3-A0FB-8A85B6A63AF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F1C82D-8322-4BF5-848D-7A01C68DDE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42127B9-EBBF-4508-BA4B-F3048068A5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D5D37B1-37BC-42BA-BB25-15843328E2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7F47DBB-31A0-4DFB-87F7-7D121F5EC99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1856FB6-21C0-465D-B0E1-1E7F48BCB4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79DC8E4-1898-40CC-AF18-F7317C6F49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8232A8-9BB6-41A6-855F-E37DFBAF203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AAD33F7-BEDE-4D86-A026-42701FEDF8A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D40168-644C-4986-8503-796C06A1E04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ctr">
              <a:lnSpc>
                <a:spcPct val="100000"/>
              </a:lnSpc>
              <a:buNone/>
              <a:defRPr b="0" lang="en-HK" sz="1400" spc="-1" strike="noStrike"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HK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ACD3BB1-D11C-44DB-B82E-4DC3C7AD46E1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3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 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a5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i="1" lang="en-US" sz="1800" spc="-1" strike="noStrike">
                <a:solidFill>
                  <a:srgbClr val="000000"/>
                </a:solidFill>
                <a:latin typeface="Calibri"/>
              </a:rPr>
              <a:t>Bridget Fonda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endParaRPr b="0" lang="en-US" sz="3200" spc="-1" strike="noStrike">
              <a:latin typeface="Arial"/>
            </a:endParaRPr>
          </a:p>
        </p:txBody>
      </p:sp>
      <p:pic>
        <p:nvPicPr>
          <p:cNvPr id="45" name="Picture 3" descr="none.png"/>
          <p:cNvPicPr/>
          <p:nvPr/>
        </p:nvPicPr>
        <p:blipFill>
          <a:blip r:embed="rId1"/>
          <a:stretch/>
        </p:blipFill>
        <p:spPr>
          <a:xfrm>
            <a:off x="6383880" y="600120"/>
            <a:ext cx="2879280" cy="251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Movie List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i="1" lang="en-US" sz="1200" spc="-1" strike="noStrike">
                <a:solidFill>
                  <a:srgbClr val="000000"/>
                </a:solidFill>
                <a:latin typeface="Calibri"/>
              </a:rPr>
              <a:t>Born in Los Angeles, Bridget Fonda comes from a respected acting family, which includes Henry Fonda, Peter Fonda and Jane Fonda. She became involved with the theatre after appearing in a school production of Harvey, and later having a silent role in Partners. In 1988, she appeared in Scandal, her first speaking role, having a few small roles afterwards.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48" name="Table 3"/>
          <p:cNvGraphicFramePr/>
          <p:nvPr/>
        </p:nvGraphicFramePr>
        <p:xfrm>
          <a:off x="631080" y="5751720"/>
          <a:ext cx="7886160" cy="1109160"/>
        </p:xfrm>
        <a:graphic>
          <a:graphicData uri="http://schemas.openxmlformats.org/drawingml/2006/table">
            <a:tbl>
              <a:tblPr/>
              <a:tblGrid>
                <a:gridCol w="2628720"/>
                <a:gridCol w="2628720"/>
                <a:gridCol w="2629080"/>
              </a:tblGrid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1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2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4f81bd"/>
                    </a:solidFill>
                  </a:tcPr>
                </a:tc>
              </a:tr>
              <a:tr h="369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d0d8e7"/>
                    </a:solidFill>
                  </a:tcPr>
                </a:tc>
              </a:tr>
              <a:tr h="3700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  <a:endParaRPr b="0" lang="en-US" sz="18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9ecf3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en-HK</dc:language>
  <cp:lastModifiedBy/>
  <dcterms:modified xsi:type="dcterms:W3CDTF">2026-09-08T21:54:11Z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