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F5DC20-8A70-4ADB-8B8A-1D13B1F772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D9F889-C0C0-4E6B-9E68-0D1F95B30C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9DB946-BF34-4938-9DD1-FB35469773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42E8AF-749D-4B56-8599-1EB8DE987B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1A7E75-83C8-4F81-8C56-261ABB8302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38AD39-36CD-4154-A274-E57F0C25A2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1E6D6-4950-4D61-B09A-974EE158F3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8F3D2B-739B-4414-8483-EF873D8A6D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3F38E-69D2-4196-8810-1DCF79BFB5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E3091C-E15F-4146-844C-1B61B45963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34DB3A-2574-4DAD-AB2F-B244307628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FC0534-FBD4-4234-9365-E4FF7E8E1A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1AE776-120F-43E6-BAB3-555D5471740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3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Bridget Fonda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383880" y="600120"/>
            <a:ext cx="2879280" cy="25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Movie List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</a:rPr>
              <a:t>Born in Los Angeles, Bridget Fonda comes from a respected acting family, which includes Henry Fonda, Peter Fonda and Jane Fonda. She became involved with the theatre after appearing in a school production of Harvey, and later having a silent role in Partners. In 1988, she appeared in Scandal, her first speaking role, having a few small roles afterwards.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48" name="Table 3"/>
          <p:cNvGraphicFramePr/>
          <p:nvPr/>
        </p:nvGraphicFramePr>
        <p:xfrm>
          <a:off x="631080" y="5751720"/>
          <a:ext cx="7886160" cy="11091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2026-09-08T21:55:24Z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