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A2E746-1DF3-42BD-9B98-F8B3730B43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618F057-52BD-42E9-878C-0AE14DA6ED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9739A8-8F0F-4C4F-B89D-75F6F65B67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404E9C-AE6B-423C-A8FB-6664B8C22C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0BFDB41-F476-4A4C-999C-C6759196CD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6DC7E23-1E16-490D-9318-0BEDB779FA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38AF77-1B68-4764-A4E4-1FA704D890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6DA9EF-2BEC-4DBD-A7AF-5CBFC8A5AA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C3C1D2-2DFB-42F4-907E-C76E7D3814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ED797A-13FA-40EE-881B-FDA5BD16E3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E245A6-6DFF-4CBC-94A5-C5D15556C5E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881FDD4-AC85-4117-ADEC-7A688C831FB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75E24A8-75D0-4748-BDD1-0079E81B260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Lemon juice is a refreshing and tangy beverage made from freshly squeezed lemons. It is rich in vitamin C and provides a burst of citrus flavor.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</a:rPr>
              <a:t>Lemon juice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Page 1</a:t>
            </a:r>
            <a:endParaRPr b="0" lang="en-US" sz="1800" spc="-1" strike="noStrike">
              <a:latin typeface="Arial"/>
            </a:endParaRPr>
          </a:p>
        </p:txBody>
      </p:sp>
      <p:graphicFrame>
        <p:nvGraphicFramePr>
          <p:cNvPr id="45" name="Table 3"/>
          <p:cNvGraphicFramePr/>
          <p:nvPr/>
        </p:nvGraphicFramePr>
        <p:xfrm>
          <a:off x="558720" y="2939040"/>
          <a:ext cx="7886160" cy="72432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54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B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2026-09-05T21:43:06Z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