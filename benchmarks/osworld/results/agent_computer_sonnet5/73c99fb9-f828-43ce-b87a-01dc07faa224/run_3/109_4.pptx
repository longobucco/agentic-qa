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B1A464-E9E4-4670-B72F-033E3C1C04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C5A73-3EA8-43C8-BCCF-CA75DB1935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0BDB0B-7A81-4DDF-8AAC-35A7B29FCE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D0CF84-E185-4A5F-826C-C0C6316007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65ADB6-54E8-4DD3-B66E-80661A557E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409593-2809-49A5-83B9-73CB99A2F7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5B4FC6-4B32-4C03-B9F3-2FD988AC01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EB758A-BCFA-4BBA-8B4B-4B8BF7CF98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D791F4-6FE9-4F24-BDD7-E7AF35ACEA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8FF80B-14F9-4462-82D3-4E81F95BB1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DC3C93-819A-4FE6-AD10-A7B5E3B59D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5A0D2B-1B25-48EA-8315-F9A80EEA43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32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5B9FC10-2E86-4130-AF83-4B7E202B170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560" cy="36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Lemon juice is a refreshing and tangy beverage made from freshly squeezed lemons. It is rich in vitamin C and provides a burst of citrus flavor.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440" cy="114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Lemon juice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440" cy="452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Page 1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558720" y="2939040"/>
          <a:ext cx="7886160" cy="72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54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2026-09-05T21:44:37Z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