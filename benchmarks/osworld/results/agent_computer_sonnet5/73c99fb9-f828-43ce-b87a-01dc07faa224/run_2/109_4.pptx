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A8A3634-F677-4663-9DDE-536427F0FA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C01F162-7DA4-45BD-AE35-D464473510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F29664E-2397-47CE-AEDA-2B0F35ADD7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6744587-E379-4B3A-88AA-3A4E7DF7546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78C3DA1-60DA-4D73-BA9C-C053ABC3B7D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587D3D2-64CC-4965-8751-2F9388D8AE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D8635D9-3EAD-4D01-B387-9603386020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612CA07-66DB-4C13-A902-CCB009AF57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39AE7A-26B7-4A15-8E19-454798B09E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8BC3E8E-3E39-4095-8BF5-77E8151623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4C908B-65C8-420D-A6FB-12FA71CC4A4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9B26431-3308-44E3-BCD9-36AF84BDEBF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64B96E0-7679-4C93-B41A-7F54EB8076D6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440" cy="452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Lemon juice is a refreshing and tangy beverage made from freshly squeezed lemons. It is rich in vitamin C and provides a burst of citrus flavor.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Times New Roman"/>
              </a:rPr>
              <a:t>Lemon juice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440" cy="452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Page 1</a:t>
            </a:r>
            <a:endParaRPr b="0" lang="en-US" sz="1800" spc="-1" strike="noStrike">
              <a:latin typeface="Arial"/>
            </a:endParaRPr>
          </a:p>
        </p:txBody>
      </p:sp>
      <p:graphicFrame>
        <p:nvGraphicFramePr>
          <p:cNvPr id="45" name="Table 3"/>
          <p:cNvGraphicFramePr/>
          <p:nvPr/>
        </p:nvGraphicFramePr>
        <p:xfrm>
          <a:off x="558720" y="2939040"/>
          <a:ext cx="7886160" cy="72432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9080"/>
              </a:tblGrid>
              <a:tr h="354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Product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Price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Features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370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B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2026-09-05T21:43:53Z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