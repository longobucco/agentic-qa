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AA3E04-CA3B-4F70-97D4-1052805D55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98F143-BCC9-471A-915F-F58090E6C5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BA16D8-30F1-48BD-B8AB-1FE85C1B9F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F2A386-5B7B-4C97-BCD1-5DD0AD8E0A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3A799F-B9ED-4223-AB1D-D29A3820C8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3ADCE2-6C50-4A83-8058-6D0D60EADA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BBA4F6-5DA9-46A2-A609-E9E227D24F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20A13C-9492-4084-BD2F-1EBEDE7DB0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75FFB0-5143-49AF-9302-CA0FEBED4C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261DA0-FAEA-4D0E-831D-A2B78905CD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967117-FC9B-4B5D-AF74-5CF6979B808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C9026F-F7BE-4AB6-A896-0CD3301A4DF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69C222F-2CC0-478A-BC5E-58AFB545744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c9211e"/>
                </a:solidFill>
                <a:latin typeface="Calibri"/>
              </a:rPr>
              <a:t>GPT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 u="sng">
                <a:solidFill>
                  <a:srgbClr val="c9211e"/>
                </a:solidFill>
                <a:uFillTx/>
                <a:latin typeface="Calibri"/>
              </a:rPr>
              <a:t>Generative Pre-trained Transformer 3 (GPT-3) is an autoregressive language model released in 2020 that uses deep learning to produce human-like text.</a:t>
            </a:r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41" name="Table 3"/>
          <p:cNvGraphicFramePr/>
          <p:nvPr/>
        </p:nvGraphicFramePr>
        <p:xfrm>
          <a:off x="664200" y="4904280"/>
          <a:ext cx="7886160" cy="1614240"/>
        </p:xfrm>
        <a:graphic>
          <a:graphicData uri="http://schemas.openxmlformats.org/drawingml/2006/table">
            <a:tbl>
              <a:tblPr/>
              <a:tblGrid>
                <a:gridCol w="3943080"/>
                <a:gridCol w="394344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Model Name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ChatGPT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Architecture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GPT (Generative Pre-trained Transformer)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Training Data Size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Multiple terabytes of diverse text data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2024-02-20T18:15:39Z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