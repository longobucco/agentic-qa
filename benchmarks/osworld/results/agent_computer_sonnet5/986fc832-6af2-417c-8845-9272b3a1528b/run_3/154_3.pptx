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CB9D0D-7B8E-45AE-93DB-762851ADF7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299072-6027-4970-9014-03D95B6959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1B3254-C13D-4E3E-B3CD-8820CABC7D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CDFE71-B7E9-4AF6-AC4A-B299D1D031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13C7B9-C8EF-4F08-AC51-722B04AF26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6D145B-D483-4770-B642-49E744381D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67898C-9F33-42D6-8C07-6484512E3C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D3C819-D6C6-4C22-AB1E-DC75976CCA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986B16-5955-4D56-8176-531D2D0D84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80E185-5B86-4E83-A866-D8D568725C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10D9EA-55DA-4C84-A463-A831330B003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FB71D0-AB3C-402B-8921-CE5D479076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642766-2274-4270-A18B-491070759A7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c9211e"/>
                </a:solidFill>
                <a:latin typeface="Calibri"/>
              </a:rPr>
              <a:t>GPT</a:t>
            </a:r>
            <a:endParaRPr b="0" lang="en-US" sz="4400" spc="-1" strike="noStrike">
              <a:solidFill>
                <a:srgbClr val="c9211e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 u="sng">
                <a:solidFill>
                  <a:srgbClr val="c9211e"/>
                </a:solidFill>
                <a:uFillTx/>
                <a:latin typeface="Calibri"/>
              </a:rPr>
              <a:t>Generative Pre-trained Transformer 3 (GPT-3) is an autoregressive language model released in 2020 that uses deep learning to produce human-like text.</a:t>
            </a:r>
            <a:endParaRPr b="0" lang="en-US" sz="3200" spc="-1" strike="noStrike" u="sng">
              <a:solidFill>
                <a:srgbClr val="c9211e"/>
              </a:solidFill>
              <a:uFillTx/>
              <a:latin typeface="Arial"/>
            </a:endParaRPr>
          </a:p>
        </p:txBody>
      </p:sp>
      <p:graphicFrame>
        <p:nvGraphicFramePr>
          <p:cNvPr id="41" name="Table 3"/>
          <p:cNvGraphicFramePr/>
          <p:nvPr/>
        </p:nvGraphicFramePr>
        <p:xfrm>
          <a:off x="664200" y="4904280"/>
          <a:ext cx="7886160" cy="1614240"/>
        </p:xfrm>
        <a:graphic>
          <a:graphicData uri="http://schemas.openxmlformats.org/drawingml/2006/table">
            <a:tbl>
              <a:tblPr/>
              <a:tblGrid>
                <a:gridCol w="3943080"/>
                <a:gridCol w="394344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Model Name</a:t>
                      </a:r>
                      <a:endParaRPr b="0" lang="en-US" sz="18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ChatGPT</a:t>
                      </a:r>
                      <a:endParaRPr b="0" lang="en-US" sz="18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Architecture</a:t>
                      </a:r>
                      <a:endParaRPr b="0" lang="en-US" sz="18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GPT (Generative Pre-trained Transformer)</a:t>
                      </a:r>
                      <a:endParaRPr b="0" lang="en-US" sz="18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Training Data Size</a:t>
                      </a:r>
                      <a:endParaRPr b="0" lang="en-US" sz="18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c9211e"/>
                          </a:solidFill>
                          <a:latin typeface="Calibri"/>
                        </a:rPr>
                        <a:t>Multiple terabytes of diverse text data</a:t>
                      </a:r>
                      <a:endParaRPr b="0" lang="en-US" sz="1800" spc="-1" strike="noStrike">
                        <a:solidFill>
                          <a:srgbClr val="c9211e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2026-09-06T04:55:55Z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