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4.xml.rels" ContentType="application/vnd.openxmlformats-package.relationships+xml"/>
  <Override PartName="/ppt/slideMasters/_rels/slideMaster1.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_rels/notesSlide1.xml.rels" ContentType="application/vnd.openxmlformats-package.relationships+xml"/>
  <Override PartName="/ppt/notesSlides/_rels/notesSlide10.xml.rels" ContentType="application/vnd.openxmlformats-package.relationships+xml"/>
  <Override PartName="/ppt/notesSlides/_rels/notesSlide25.xml.rels" ContentType="application/vnd.openxmlformats-package.relationships+xml"/>
  <Override PartName="/ppt/notesSlides/_rels/notesSlide20.xml.rels" ContentType="application/vnd.openxmlformats-package.relationships+xml"/>
  <Override PartName="/ppt/notesSlides/_rels/notesSlide19.xml.rels" ContentType="application/vnd.openxmlformats-package.relationships+xml"/>
  <Override PartName="/ppt/notesSlides/_rels/notesSlide23.xml.rels" ContentType="application/vnd.openxmlformats-package.relationships+xml"/>
  <Override PartName="/ppt/notesSlides/_rels/notesSlide24.xml.rels" ContentType="application/vnd.openxmlformats-package.relationships+xml"/>
  <Override PartName="/ppt/notesSlides/_rels/notesSlide18.xml.rels" ContentType="application/vnd.openxmlformats-package.relationships+xml"/>
  <Override PartName="/ppt/notesSlides/_rels/notesSlide26.xml.rels" ContentType="application/vnd.openxmlformats-package.relationships+xml"/>
  <Override PartName="/ppt/notesSlides/_rels/notesSlide2.xml.rels" ContentType="application/vnd.openxmlformats-package.relationships+xml"/>
  <Override PartName="/ppt/notesSlides/_rels/notesSlide11.xml.rels" ContentType="application/vnd.openxmlformats-package.relationships+xml"/>
  <Override PartName="/ppt/notesSlides/_rels/notesSlide17.xml.rels" ContentType="application/vnd.openxmlformats-package.relationships+xml"/>
  <Override PartName="/ppt/notesSlides/_rels/notesSlide4.xml.rels" ContentType="application/vnd.openxmlformats-package.relationships+xml"/>
  <Override PartName="/ppt/notesSlides/_rels/notesSlide28.xml.rels" ContentType="application/vnd.openxmlformats-package.relationships+xml"/>
  <Override PartName="/ppt/notesSlides/_rels/notesSlide22.xml.rels" ContentType="application/vnd.openxmlformats-package.relationships+xml"/>
  <Override PartName="/ppt/notesSlides/_rels/notesSlide15.xml.rels" ContentType="application/vnd.openxmlformats-package.relationships+xml"/>
  <Override PartName="/ppt/notesSlides/_rels/notesSlide6.xml.rels" ContentType="application/vnd.openxmlformats-package.relationships+xml"/>
  <Override PartName="/ppt/notesSlides/_rels/notesSlide13.xml.rels" ContentType="application/vnd.openxmlformats-package.relationships+xml"/>
  <Override PartName="/ppt/notesSlides/_rels/notesSlide14.xml.rels" ContentType="application/vnd.openxmlformats-package.relationships+xml"/>
  <Override PartName="/ppt/notesSlides/_rels/notesSlide5.xml.rels" ContentType="application/vnd.openxmlformats-package.relationships+xml"/>
  <Override PartName="/ppt/notesSlides/_rels/notesSlide12.xml.rels" ContentType="application/vnd.openxmlformats-package.relationships+xml"/>
  <Override PartName="/ppt/notesSlides/_rels/notesSlide3.xml.rels" ContentType="application/vnd.openxmlformats-package.relationships+xml"/>
  <Override PartName="/ppt/notesSlides/_rels/notesSlide27.xml.rels" ContentType="application/vnd.openxmlformats-package.relationships+xml"/>
  <Override PartName="/ppt/notesSlides/_rels/notesSlide21.xml.rels" ContentType="application/vnd.openxmlformats-package.relationships+xml"/>
  <Override PartName="/ppt/notesSlides/notesSlide17.xml" ContentType="application/vnd.openxmlformats-officedocument.presentationml.notesSlide+xml"/>
  <Override PartName="/ppt/notesSlides/notesSlide15.xml" ContentType="application/vnd.openxmlformats-officedocument.presentationml.notesSlide+xml"/>
  <Override PartName="/ppt/notesSlides/notesSlide6.xml" ContentType="application/vnd.openxmlformats-officedocument.presentationml.notesSlide+xml"/>
  <Override PartName="/ppt/notesSlides/notesSlide14.xml" ContentType="application/vnd.openxmlformats-officedocument.presentationml.notesSlide+xml"/>
  <Override PartName="/ppt/notesSlides/notesSlide5.xml" ContentType="application/vnd.openxmlformats-officedocument.presentationml.notesSlide+xml"/>
  <Override PartName="/ppt/notesSlides/notesSlide13.xml" ContentType="application/vnd.openxmlformats-officedocument.presentationml.notesSlide+xml"/>
  <Override PartName="/ppt/notesSlides/notesSlide4.xml" ContentType="application/vnd.openxmlformats-officedocument.presentationml.notesSlide+xml"/>
  <Override PartName="/ppt/notesSlides/notesSlide12.xml" ContentType="application/vnd.openxmlformats-officedocument.presentationml.notesSlide+xml"/>
  <Override PartName="/ppt/notesSlides/notesSlide3.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28.xml" ContentType="application/vnd.openxmlformats-officedocument.presentationml.notesSlide+xml"/>
  <Override PartName="/ppt/notesSlides/notesSlide27.xml" ContentType="application/vnd.openxmlformats-officedocument.presentationml.notesSlide+xml"/>
  <Override PartName="/ppt/notesSlides/notesSlide26.xml" ContentType="application/vnd.openxmlformats-officedocument.presentationml.notesSlide+xml"/>
  <Override PartName="/ppt/notesSlides/notesSlide25.xml" ContentType="application/vnd.openxmlformats-officedocument.presentationml.notesSlide+xml"/>
  <Override PartName="/ppt/notesSlides/notesSlide24.xml" ContentType="application/vnd.openxmlformats-officedocument.presentationml.notesSlide+xml"/>
  <Override PartName="/ppt/notesSlides/notesSlide23.xml" ContentType="application/vnd.openxmlformats-officedocument.presentationml.notesSlide+xml"/>
  <Override PartName="/ppt/notesSlides/notesSlide22.xml" ContentType="application/vnd.openxmlformats-officedocument.presentationml.notesSlide+xml"/>
  <Override PartName="/ppt/notesSlides/notesSlide21.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18.xml" ContentType="application/vnd.openxmlformats-officedocument.presentationml.notesSlide+xml"/>
  <Override PartName="/ppt/notesSlides/notesSlide10.xml" ContentType="application/vnd.openxmlformats-officedocument.presentationml.notesSlide+xml"/>
  <Override PartName="/ppt/notesSlides/notesSlide1.xml" ContentType="application/vnd.openxmlformats-officedocument.presentationml.notesSlide+xml"/>
  <Override PartName="/ppt/_rels/presentation.xml.rels" ContentType="application/vnd.openxmlformats-package.relationships+xml"/>
  <Override PartName="/ppt/slideLayouts/_rels/slideLayout5.xml.rels" ContentType="application/vnd.openxmlformats-package.relationships+xml"/>
  <Override PartName="/ppt/slideLayouts/_rels/slideLayout25.xml.rels" ContentType="application/vnd.openxmlformats-package.relationships+xml"/>
  <Override PartName="/ppt/slideLayouts/_rels/slideLayout10.xml.rels" ContentType="application/vnd.openxmlformats-package.relationships+xml"/>
  <Override PartName="/ppt/slideLayouts/_rels/slideLayout32.xml.rels" ContentType="application/vnd.openxmlformats-package.relationships+xml"/>
  <Override PartName="/ppt/slideLayouts/_rels/slideLayout16.xml.rels" ContentType="application/vnd.openxmlformats-package.relationships+xml"/>
  <Override PartName="/ppt/slideLayouts/_rels/slideLayout47.xml.rels" ContentType="application/vnd.openxmlformats-package.relationships+xml"/>
  <Override PartName="/ppt/slideLayouts/_rels/slideLayout26.xml.rels" ContentType="application/vnd.openxmlformats-package.relationships+xml"/>
  <Override PartName="/ppt/slideLayouts/_rels/slideLayout11.xml.rels" ContentType="application/vnd.openxmlformats-package.relationships+xml"/>
  <Override PartName="/ppt/slideLayouts/_rels/slideLayout17.xml.rels" ContentType="application/vnd.openxmlformats-package.relationships+xml"/>
  <Override PartName="/ppt/slideLayouts/_rels/slideLayout12.xml.rels" ContentType="application/vnd.openxmlformats-package.relationships+xml"/>
  <Override PartName="/ppt/slideLayouts/_rels/slideLayout18.xml.rels" ContentType="application/vnd.openxmlformats-package.relationships+xml"/>
  <Override PartName="/ppt/slideLayouts/_rels/slideLayout13.xml.rels" ContentType="application/vnd.openxmlformats-package.relationships+xml"/>
  <Override PartName="/ppt/slideLayouts/_rels/slideLayout19.xml.rels" ContentType="application/vnd.openxmlformats-package.relationships+xml"/>
  <Override PartName="/ppt/slideLayouts/_rels/slideLayout31.xml.rels" ContentType="application/vnd.openxmlformats-package.relationships+xml"/>
  <Override PartName="/ppt/slideLayouts/_rels/slideLayout24.xml.rels" ContentType="application/vnd.openxmlformats-package.relationships+xml"/>
  <Override PartName="/ppt/slideLayouts/_rels/slideLayout15.xml.rels" ContentType="application/vnd.openxmlformats-package.relationships+xml"/>
  <Override PartName="/ppt/slideLayouts/_rels/slideLayout6.xml.rels" ContentType="application/vnd.openxmlformats-package.relationships+xml"/>
  <Override PartName="/ppt/slideLayouts/_rels/slideLayout42.xml.rels" ContentType="application/vnd.openxmlformats-package.relationships+xml"/>
  <Override PartName="/ppt/slideLayouts/_rels/slideLayout35.xml.rels" ContentType="application/vnd.openxmlformats-package.relationships+xml"/>
  <Override PartName="/ppt/slideLayouts/_rels/slideLayout20.xml.rels" ContentType="application/vnd.openxmlformats-package.relationships+xml"/>
  <Override PartName="/ppt/slideLayouts/_rels/slideLayout41.xml.rels" ContentType="application/vnd.openxmlformats-package.relationships+xml"/>
  <Override PartName="/ppt/slideLayouts/_rels/slideLayout34.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9.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36.xml.rels" ContentType="application/vnd.openxmlformats-package.relationships+xml"/>
  <Override PartName="/ppt/slideLayouts/_rels/slideLayout21.xml.rels" ContentType="application/vnd.openxmlformats-package.relationships+xml"/>
  <Override PartName="/ppt/slideLayouts/_rels/slideLayout43.xml.rels" ContentType="application/vnd.openxmlformats-package.relationships+xml"/>
  <Override PartName="/ppt/slideLayouts/_rels/slideLayout27.xml.rels" ContentType="application/vnd.openxmlformats-package.relationships+xml"/>
  <Override PartName="/ppt/slideLayouts/_rels/slideLayout23.xml.rels" ContentType="application/vnd.openxmlformats-package.relationships+xml"/>
  <Override PartName="/ppt/slideLayouts/_rels/slideLayout38.xml.rels" ContentType="application/vnd.openxmlformats-package.relationships+xml"/>
  <Override PartName="/ppt/slideLayouts/_rels/slideLayout29.xml.rels" ContentType="application/vnd.openxmlformats-package.relationships+xml"/>
  <Override PartName="/ppt/slideLayouts/_rels/slideLayout14.xml.rels" ContentType="application/vnd.openxmlformats-package.relationships+xml"/>
  <Override PartName="/ppt/slideLayouts/_rels/slideLayout45.xml.rels" ContentType="application/vnd.openxmlformats-package.relationships+xml"/>
  <Override PartName="/ppt/slideLayouts/_rels/slideLayout30.xml.rels" ContentType="application/vnd.openxmlformats-package.relationships+xml"/>
  <Override PartName="/ppt/slideLayouts/_rels/slideLayout1.xml.rels" ContentType="application/vnd.openxmlformats-package.relationships+xml"/>
  <Override PartName="/ppt/slideLayouts/_rels/slideLayout7.xml.rels" ContentType="application/vnd.openxmlformats-package.relationships+xml"/>
  <Override PartName="/ppt/slideLayouts/_rels/slideLayout22.xml.rels" ContentType="application/vnd.openxmlformats-package.relationships+xml"/>
  <Override PartName="/ppt/slideLayouts/_rels/slideLayout37.xml.rels" ContentType="application/vnd.openxmlformats-package.relationships+xml"/>
  <Override PartName="/ppt/slideLayouts/_rels/slideLayout28.xml.rels" ContentType="application/vnd.openxmlformats-package.relationships+xml"/>
  <Override PartName="/ppt/slideLayouts/_rels/slideLayout44.xml.rels" ContentType="application/vnd.openxmlformats-package.relationships+xml"/>
  <Override PartName="/ppt/slideLayouts/_rels/slideLayout46.xml.rels" ContentType="application/vnd.openxmlformats-package.relationships+xml"/>
  <Override PartName="/ppt/slideLayouts/_rels/slideLayout48.xml.rels" ContentType="application/vnd.openxmlformats-package.relationships+xml"/>
  <Override PartName="/ppt/slideLayouts/_rels/slideLayout33.xml.rels" ContentType="application/vnd.openxmlformats-package.relationships+xml"/>
  <Override PartName="/ppt/slideLayouts/_rels/slideLayout40.xml.rels" ContentType="application/vnd.openxmlformats-package.relationships+xml"/>
  <Override PartName="/ppt/slideLayouts/_rels/slideLayout39.xml.rels" ContentType="application/vnd.openxmlformats-package.relationships+xml"/>
  <Override PartName="/ppt/slideLayouts/slideLayout29.xml" ContentType="application/vnd.openxmlformats-officedocument.presentationml.slideLayout+xml"/>
  <Override PartName="/ppt/slideLayouts/slideLayout9.xml" ContentType="application/vnd.openxmlformats-officedocument.presentationml.slideLayout+xml"/>
  <Override PartName="/ppt/slideLayouts/slideLayout28.xml" ContentType="application/vnd.openxmlformats-officedocument.presentationml.slideLayout+xml"/>
  <Override PartName="/ppt/slideLayouts/slideLayout8.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7.xml" ContentType="application/vnd.openxmlformats-officedocument.presentationml.slideLayout+xml"/>
  <Override PartName="/ppt/slideLayouts/slideLayout1.xml" ContentType="application/vnd.openxmlformats-officedocument.presentationml.slideLayout+xml"/>
  <Override PartName="/ppt/slideLayouts/slideLayout21.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22.xml" ContentType="application/vnd.openxmlformats-officedocument.presentationml.slideLayout+xml"/>
  <Override PartName="/ppt/slideLayouts/slideLayout19.xml" ContentType="application/vnd.openxmlformats-officedocument.presentationml.slideLayout+xml"/>
  <Override PartName="/ppt/slideLayouts/slideLayout3.xml" ContentType="application/vnd.openxmlformats-officedocument.presentationml.slideLayout+xml"/>
  <Override PartName="/ppt/slideLayouts/slideLayout23.xml" ContentType="application/vnd.openxmlformats-officedocument.presentationml.slideLayout+xml"/>
  <Override PartName="/ppt/slideLayouts/slideLayout4.xml" ContentType="application/vnd.openxmlformats-officedocument.presentationml.slideLayout+xml"/>
  <Override PartName="/ppt/slideLayouts/slideLayout2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40.xml" ContentType="application/vnd.openxmlformats-officedocument.presentationml.slideLayout+xml"/>
  <Override PartName="/ppt/slideLayouts/slideLayout39.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34.xml" ContentType="application/vnd.openxmlformats-officedocument.presentationml.slideLayout+xml"/>
  <Override PartName="/ppt/slideLayouts/slideLayout46.xml" ContentType="application/vnd.openxmlformats-officedocument.presentationml.slideLayout+xml"/>
  <Override PartName="/ppt/slideLayouts/slideLayout33.xml" ContentType="application/vnd.openxmlformats-officedocument.presentationml.slideLayout+xml"/>
  <Override PartName="/ppt/slideLayouts/slideLayout32.xml" ContentType="application/vnd.openxmlformats-officedocument.presentationml.slideLayout+xml"/>
  <Override PartName="/ppt/slideLayouts/slideLayout31.xml" ContentType="application/vnd.openxmlformats-officedocument.presentationml.slideLayout+xml"/>
  <Override PartName="/ppt/slideLayouts/slideLayout30.xml" ContentType="application/vnd.openxmlformats-officedocument.presentationml.slideLayout+xml"/>
  <Override PartName="/ppt/slideLayouts/slideLayout13.xml" ContentType="application/vnd.openxmlformats-officedocument.presentationml.slideLayout+xml"/>
  <Override PartName="/ppt/slideLayouts/slideLayout11.xml" ContentType="application/vnd.openxmlformats-officedocument.presentationml.slideLayout+xml"/>
  <Override PartName="/ppt/slideLayouts/slideLayout48.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Layouts/slideLayout47.xml" ContentType="application/vnd.openxmlformats-officedocument.presentationml.slideLayout+xml"/>
  <Override PartName="/ppt/slideLayouts/slideLayout27.xml" ContentType="application/vnd.openxmlformats-officedocument.presentationml.slideLayout+xml"/>
  <Override PartName="/ppt/slideLayouts/slideLayout7.xml" ContentType="application/vnd.openxmlformats-officedocument.presentationml.slideLayout+xml"/>
  <Override PartName="/ppt/slideLayouts/slideLayout26.xml" ContentType="application/vnd.openxmlformats-officedocument.presentationml.slideLayout+xml"/>
  <Override PartName="/ppt/slideLayouts/slideLayout6.xml" ContentType="application/vnd.openxmlformats-officedocument.presentationml.slideLayout+xml"/>
  <Override PartName="/ppt/slideLayouts/slideLayout25.xml" ContentType="application/vnd.openxmlformats-officedocument.presentationml.slideLayout+xml"/>
  <Override PartName="/ppt/slideLayouts/slideLayout5.xml" ContentType="application/vnd.openxmlformats-officedocument.presentationml.slideLayout+xml"/>
  <Override PartName="/ppt/media/image9.jpeg" ContentType="image/jpeg"/>
  <Override PartName="/ppt/media/image11.jpeg" ContentType="image/jpeg"/>
  <Override PartName="/ppt/media/image8.png" ContentType="image/png"/>
  <Override PartName="/ppt/media/image7.png" ContentType="image/png"/>
  <Override PartName="/ppt/media/image1.jpeg" ContentType="image/jpeg"/>
  <Override PartName="/ppt/media/image12.jpeg" ContentType="image/jpeg"/>
  <Override PartName="/ppt/media/image6.png" ContentType="image/png"/>
  <Override PartName="/ppt/media/image10.jpeg" ContentType="image/jpeg"/>
  <Override PartName="/ppt/media/image25.gif" ContentType="image/gif"/>
  <Override PartName="/ppt/media/image5.jpeg" ContentType="image/jpeg"/>
  <Override PartName="/ppt/media/image13.jpeg" ContentType="image/jpeg"/>
  <Override PartName="/ppt/media/image23.png" ContentType="image/png"/>
  <Override PartName="/ppt/media/image4.png" ContentType="image/png"/>
  <Override PartName="/ppt/media/image26.png" ContentType="image/png"/>
  <Override PartName="/ppt/media/image14.png" ContentType="image/png"/>
  <Override PartName="/ppt/media/image22.png" ContentType="image/png"/>
  <Override PartName="/ppt/media/image21.jpeg" ContentType="image/jpeg"/>
  <Override PartName="/ppt/media/image16.jpeg" ContentType="image/jpeg"/>
  <Override PartName="/ppt/media/image20.png" ContentType="image/png"/>
  <Override PartName="/ppt/media/image2.jpeg" ContentType="image/jpeg"/>
  <Override PartName="/ppt/media/image19.png" ContentType="image/png"/>
  <Override PartName="/ppt/media/image18.jpeg" ContentType="image/jpeg"/>
  <Override PartName="/ppt/media/image17.png" ContentType="image/png"/>
  <Override PartName="/ppt/media/image24.jpeg" ContentType="image/jpeg"/>
  <Override PartName="/ppt/media/image3.jpeg" ContentType="image/jpeg"/>
  <Override PartName="/ppt/media/image15.png" ContentType="image/png"/>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8.xml" ContentType="application/vnd.openxmlformats-officedocument.presentationml.slide+xml"/>
  <Override PartName="/ppt/slides/_rels/slide17.xml.rels" ContentType="application/vnd.openxmlformats-package.relationships+xml"/>
  <Override PartName="/ppt/slides/_rels/slide18.xml.rels" ContentType="application/vnd.openxmlformats-package.relationships+xml"/>
  <Override PartName="/ppt/slides/_rels/slide20.xml.rels" ContentType="application/vnd.openxmlformats-package.relationships+xml"/>
  <Override PartName="/ppt/slides/_rels/slide2.xml.rels" ContentType="application/vnd.openxmlformats-package.relationships+xml"/>
  <Override PartName="/ppt/slides/_rels/slide19.xml.rels" ContentType="application/vnd.openxmlformats-package.relationships+xml"/>
  <Override PartName="/ppt/slides/_rels/slide21.xml.rels" ContentType="application/vnd.openxmlformats-package.relationships+xml"/>
  <Override PartName="/ppt/slides/_rels/slide3.xml.rels" ContentType="application/vnd.openxmlformats-package.relationships+xml"/>
  <Override PartName="/ppt/slides/_rels/slide22.xml.rels" ContentType="application/vnd.openxmlformats-package.relationships+xml"/>
  <Override PartName="/ppt/slides/_rels/slide23.xml.rels" ContentType="application/vnd.openxmlformats-package.relationships+xml"/>
  <Override PartName="/ppt/slides/_rels/slide16.xml.rels" ContentType="application/vnd.openxmlformats-package.relationships+xml"/>
  <Override PartName="/ppt/slides/_rels/slide26.xml.rels" ContentType="application/vnd.openxmlformats-package.relationships+xml"/>
  <Override PartName="/ppt/slides/_rels/slide11.xml.rels" ContentType="application/vnd.openxmlformats-package.relationships+xml"/>
  <Override PartName="/ppt/slides/_rels/slide24.xml.rels" ContentType="application/vnd.openxmlformats-package.relationships+xml"/>
  <Override PartName="/ppt/slides/_rels/slide27.xml.rels" ContentType="application/vnd.openxmlformats-package.relationships+xml"/>
  <Override PartName="/ppt/slides/_rels/slide9.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15.xml.rels" ContentType="application/vnd.openxmlformats-package.relationships+xml"/>
  <Override PartName="/ppt/slides/_rels/slide28.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_rels/slide14.xml.rels" ContentType="application/vnd.openxmlformats-package.relationships+xml"/>
  <Override PartName="/ppt/slides/_rels/slide25.xml.rels" ContentType="application/vnd.openxmlformats-package.relationships+xml"/>
  <Override PartName="/ppt/slides/_rels/slide10.xml.rels" ContentType="application/vnd.openxmlformats-package.relationships+xml"/>
  <Override PartName="/ppt/slides/slide16.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x="9144000" cy="6858000"/>
  <p:notesSz cx="6954838" cy="93091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5.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buNone/>
            </a:pPr>
            <a:r>
              <a:rPr b="0" lang="en-US" sz="4400" spc="-1" strike="noStrike">
                <a:latin typeface="Arial"/>
              </a:rPr>
              <a:t>Click to move the slide</a:t>
            </a:r>
            <a:endParaRPr b="0" lang="en-US" sz="4400" spc="-1" strike="noStrike">
              <a:latin typeface="Arial"/>
            </a:endParaRPr>
          </a:p>
        </p:txBody>
      </p:sp>
      <p:sp>
        <p:nvSpPr>
          <p:cNvPr id="177"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US" sz="2000" spc="-1" strike="noStrike">
                <a:latin typeface="Arial"/>
              </a:rPr>
              <a:t>Click to edit the notes format</a:t>
            </a:r>
            <a:endParaRPr b="0" lang="en-US" sz="2000" spc="-1" strike="noStrike">
              <a:latin typeface="Arial"/>
            </a:endParaRPr>
          </a:p>
        </p:txBody>
      </p:sp>
      <p:sp>
        <p:nvSpPr>
          <p:cNvPr id="178"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US" sz="1400" spc="-1" strike="noStrike">
                <a:latin typeface="Times New Roman"/>
              </a:rPr>
              <a:t>&lt;header&gt;</a:t>
            </a:r>
            <a:endParaRPr b="0" lang="en-US" sz="1400" spc="-1" strike="noStrike">
              <a:latin typeface="Times New Roman"/>
            </a:endParaRPr>
          </a:p>
        </p:txBody>
      </p:sp>
      <p:sp>
        <p:nvSpPr>
          <p:cNvPr id="179" name="PlaceHolder 4"/>
          <p:cNvSpPr>
            <a:spLocks noGrp="1"/>
          </p:cNvSpPr>
          <p:nvPr>
            <p:ph type="dt" idx="13"/>
          </p:nvPr>
        </p:nvSpPr>
        <p:spPr>
          <a:xfrm>
            <a:off x="4278960" y="0"/>
            <a:ext cx="3280680" cy="534240"/>
          </a:xfrm>
          <a:prstGeom prst="rect">
            <a:avLst/>
          </a:prstGeom>
          <a:noFill/>
          <a:ln w="0">
            <a:noFill/>
          </a:ln>
        </p:spPr>
        <p:txBody>
          <a:bodyPr lIns="0" rIns="0" tIns="0" bIns="0" anchor="t">
            <a:noAutofit/>
          </a:bodyPr>
          <a:lstStyle>
            <a:lvl1pPr algn="r">
              <a:buNone/>
              <a:defRPr b="0" lang="en-US" sz="1400" spc="-1" strike="noStrike">
                <a:latin typeface="Times New Roman"/>
              </a:defRPr>
            </a:lvl1pPr>
          </a:lstStyle>
          <a:p>
            <a:pPr algn="r">
              <a:buNone/>
            </a:pPr>
            <a:r>
              <a:rPr b="0" lang="en-US" sz="1400" spc="-1" strike="noStrike">
                <a:latin typeface="Times New Roman"/>
              </a:rPr>
              <a:t>&lt;date/time&gt;</a:t>
            </a:r>
            <a:endParaRPr b="0" lang="en-US" sz="1400" spc="-1" strike="noStrike">
              <a:latin typeface="Times New Roman"/>
            </a:endParaRPr>
          </a:p>
        </p:txBody>
      </p:sp>
      <p:sp>
        <p:nvSpPr>
          <p:cNvPr id="180" name="PlaceHolder 5"/>
          <p:cNvSpPr>
            <a:spLocks noGrp="1"/>
          </p:cNvSpPr>
          <p:nvPr>
            <p:ph type="ftr" idx="14"/>
          </p:nvPr>
        </p:nvSpPr>
        <p:spPr>
          <a:xfrm>
            <a:off x="0" y="10157400"/>
            <a:ext cx="3280680" cy="534240"/>
          </a:xfrm>
          <a:prstGeom prst="rect">
            <a:avLst/>
          </a:prstGeom>
          <a:noFill/>
          <a:ln w="0">
            <a:noFill/>
          </a:ln>
        </p:spPr>
        <p:txBody>
          <a:bodyPr lIns="0" rIns="0" tIns="0" bIns="0" anchor="b">
            <a:noAutofit/>
          </a:bodyPr>
          <a:lstStyle>
            <a:lvl1pPr>
              <a:defRPr b="0" lang="en-US" sz="1400" spc="-1" strike="noStrike">
                <a:latin typeface="Times New Roman"/>
              </a:defRPr>
            </a:lvl1pPr>
          </a:lstStyle>
          <a:p>
            <a:r>
              <a:rPr b="0" lang="en-US" sz="1400" spc="-1" strike="noStrike">
                <a:latin typeface="Times New Roman"/>
              </a:rPr>
              <a:t>&lt;footer&gt;</a:t>
            </a:r>
            <a:endParaRPr b="0" lang="en-US" sz="1400" spc="-1" strike="noStrike">
              <a:latin typeface="Times New Roman"/>
            </a:endParaRPr>
          </a:p>
        </p:txBody>
      </p:sp>
      <p:sp>
        <p:nvSpPr>
          <p:cNvPr id="181" name="PlaceHolder 6"/>
          <p:cNvSpPr>
            <a:spLocks noGrp="1"/>
          </p:cNvSpPr>
          <p:nvPr>
            <p:ph type="sldNum" idx="15"/>
          </p:nvPr>
        </p:nvSpPr>
        <p:spPr>
          <a:xfrm>
            <a:off x="4278960" y="10157400"/>
            <a:ext cx="3280680" cy="534240"/>
          </a:xfrm>
          <a:prstGeom prst="rect">
            <a:avLst/>
          </a:prstGeom>
          <a:noFill/>
          <a:ln w="0">
            <a:noFill/>
          </a:ln>
        </p:spPr>
        <p:txBody>
          <a:bodyPr lIns="0" rIns="0" tIns="0" bIns="0" anchor="b">
            <a:noAutofit/>
          </a:bodyPr>
          <a:lstStyle>
            <a:lvl1pPr algn="r">
              <a:buNone/>
              <a:defRPr b="0" lang="en-US" sz="1400" spc="-1" strike="noStrike">
                <a:latin typeface="Times New Roman"/>
              </a:defRPr>
            </a:lvl1pPr>
          </a:lstStyle>
          <a:p>
            <a:pPr algn="r">
              <a:buNone/>
            </a:pPr>
            <a:fld id="{F2B6782E-7390-4CA6-B60F-7FFDCEE8DF4F}" type="slidenum">
              <a:rPr b="0" lang="en-US" sz="1400" spc="-1" strike="noStrike">
                <a:latin typeface="Times New Roman"/>
              </a:rPr>
              <a:t>&lt;number&gt;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6" name="PlaceHolder 1"/>
          <p:cNvSpPr>
            <a:spLocks noGrp="1"/>
          </p:cNvSpPr>
          <p:nvPr>
            <p:ph type="sldImg"/>
          </p:nvPr>
        </p:nvSpPr>
        <p:spPr>
          <a:xfrm>
            <a:off x="1150920" y="698400"/>
            <a:ext cx="4651920" cy="3489840"/>
          </a:xfrm>
          <a:prstGeom prst="rect">
            <a:avLst/>
          </a:prstGeom>
          <a:ln w="0">
            <a:noFill/>
          </a:ln>
        </p:spPr>
      </p:sp>
      <p:sp>
        <p:nvSpPr>
          <p:cNvPr id="257"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rmAutofit/>
          </a:bodyPr>
          <a:p>
            <a:endParaRPr b="0" lang="en-US" sz="2000" spc="-1" strike="noStrike">
              <a:latin typeface="Liberation Sans Narrow"/>
            </a:endParaRPr>
          </a:p>
        </p:txBody>
      </p:sp>
      <p:sp>
        <p:nvSpPr>
          <p:cNvPr id="258" name="PlaceHolder 3"/>
          <p:cNvSpPr>
            <a:spLocks noGrp="1"/>
          </p:cNvSpPr>
          <p:nvPr>
            <p:ph type="sldNum" idx="16"/>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E0ACDFB2-803C-4731-B891-CFD1E559431B}" type="slidenum">
              <a:rPr b="0" lang="en-US" sz="1400" spc="-1" strike="noStrike">
                <a:latin typeface="Times New Roman"/>
              </a:rPr>
              <a:t>&lt;number&gt;</a:t>
            </a:fld>
            <a:endParaRPr b="0" lang="en-US" sz="1400" spc="-1" strike="noStrike">
              <a:latin typeface="Liberation Sans Narrow"/>
            </a:endParaRPr>
          </a:p>
        </p:txBody>
      </p:sp>
      <p:sp>
        <p:nvSpPr>
          <p:cNvPr id="259" name="PlaceHolder 4"/>
          <p:cNvSpPr>
            <a:spLocks noGrp="1"/>
          </p:cNvSpPr>
          <p:nvPr>
            <p:ph type="dt" idx="17"/>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US" sz="1200" spc="-1" strike="noStrike">
              <a:latin typeface="Liberation Sans Narrow"/>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0" name="PlaceHolder 1"/>
          <p:cNvSpPr>
            <a:spLocks noGrp="1"/>
          </p:cNvSpPr>
          <p:nvPr>
            <p:ph type="sldImg"/>
          </p:nvPr>
        </p:nvSpPr>
        <p:spPr>
          <a:xfrm>
            <a:off x="1150920" y="698400"/>
            <a:ext cx="4651920" cy="3489840"/>
          </a:xfrm>
          <a:prstGeom prst="rect">
            <a:avLst/>
          </a:prstGeom>
          <a:ln w="0">
            <a:noFill/>
          </a:ln>
        </p:spPr>
      </p:sp>
      <p:sp>
        <p:nvSpPr>
          <p:cNvPr id="261"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Autofit/>
          </a:bodyPr>
          <a:p>
            <a:pPr marL="216000" indent="-216000">
              <a:lnSpc>
                <a:spcPct val="100000"/>
              </a:lnSpc>
              <a:buNone/>
              <a:tabLst>
                <a:tab algn="l" pos="0"/>
              </a:tabLst>
            </a:pPr>
            <a:r>
              <a:rPr b="0" lang="en-US" sz="1200" spc="-1" strike="noStrike">
                <a:solidFill>
                  <a:srgbClr val="000000"/>
                </a:solidFill>
                <a:latin typeface="Calibri"/>
                <a:ea typeface="Calibri"/>
              </a:rPr>
              <a:t>Four areas we will cover</a:t>
            </a:r>
            <a:endParaRPr b="0" lang="en-US" sz="1200" spc="-1" strike="noStrike">
              <a:latin typeface="Liberation Sans Narrow"/>
            </a:endParaRPr>
          </a:p>
          <a:p>
            <a:pPr marL="216000" indent="-216000">
              <a:lnSpc>
                <a:spcPct val="100000"/>
              </a:lnSpc>
              <a:buNone/>
              <a:tabLst>
                <a:tab algn="l" pos="0"/>
              </a:tabLst>
            </a:pPr>
            <a:r>
              <a:rPr b="0" lang="en-US" sz="1200" spc="-1" strike="noStrike">
                <a:solidFill>
                  <a:srgbClr val="000000"/>
                </a:solidFill>
                <a:latin typeface="Calibri"/>
                <a:ea typeface="Calibri"/>
              </a:rPr>
              <a:t>Format of Workshop</a:t>
            </a:r>
            <a:endParaRPr b="0" lang="en-US" sz="1200" spc="-1" strike="noStrike">
              <a:latin typeface="Liberation Sans Narrow"/>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I want it to be interactive, and I would encourage discussions about topics in the slides. Feel free to give comments and opinions.</a:t>
            </a:r>
            <a:endParaRPr b="0" lang="en-US" sz="1200" spc="-1" strike="noStrike">
              <a:latin typeface="Liberation Sans Narrow"/>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Shout out questions, or if you feel uncomfortable raise hand at any time</a:t>
            </a:r>
            <a:endParaRPr b="0" lang="en-US" sz="1200" spc="-1" strike="noStrike">
              <a:latin typeface="Liberation Sans Narrow"/>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I want this to be beneficial to you- if there are questions you have about note taking that I do not cover please feel free to ask</a:t>
            </a:r>
            <a:endParaRPr b="0" lang="en-US" sz="1200" spc="-1" strike="noStrike">
              <a:latin typeface="Liberation Sans Narrow"/>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Encourage you to take notes on this workshop on ppt print out I provided you- an exercise in note taking, at the end I can look them over and give you feedback</a:t>
            </a:r>
            <a:endParaRPr b="0" lang="en-US" sz="1200" spc="-1" strike="noStrike">
              <a:latin typeface="Liberation Sans Narrow"/>
            </a:endParaRPr>
          </a:p>
          <a:p>
            <a:pPr marL="216000" indent="-216000">
              <a:lnSpc>
                <a:spcPct val="100000"/>
              </a:lnSpc>
              <a:buNone/>
              <a:tabLst>
                <a:tab algn="l" pos="0"/>
              </a:tabLst>
            </a:pPr>
            <a:r>
              <a:rPr b="0" lang="en-US" sz="1200" spc="-1" strike="noStrike">
                <a:solidFill>
                  <a:srgbClr val="000000"/>
                </a:solidFill>
                <a:latin typeface="Calibri"/>
                <a:ea typeface="Calibri"/>
              </a:rPr>
              <a:t>Information in this workshop is drawn from questions that my students have asked me about note taking over the years, my own experience as a student and tutor, information from other PI staff members.</a:t>
            </a:r>
            <a:endParaRPr b="0" lang="en-US" sz="1200" spc="-1" strike="noStrike">
              <a:latin typeface="Liberation Sans Narrow"/>
            </a:endParaRPr>
          </a:p>
          <a:p>
            <a:pPr marL="216000" indent="-216000">
              <a:lnSpc>
                <a:spcPct val="100000"/>
              </a:lnSpc>
              <a:buNone/>
              <a:tabLst>
                <a:tab algn="l" pos="0"/>
              </a:tabLst>
            </a:pPr>
            <a:r>
              <a:rPr b="0" lang="en-US" sz="1200" spc="-1" strike="noStrike">
                <a:solidFill>
                  <a:srgbClr val="000000"/>
                </a:solidFill>
                <a:latin typeface="Calibri"/>
                <a:ea typeface="Calibri"/>
              </a:rPr>
              <a:t>	</a:t>
            </a:r>
            <a:endParaRPr b="0" lang="en-US" sz="1200" spc="-1" strike="noStrike">
              <a:latin typeface="Liberation Sans Narrow"/>
            </a:endParaRPr>
          </a:p>
        </p:txBody>
      </p:sp>
      <p:sp>
        <p:nvSpPr>
          <p:cNvPr id="262" name="PlaceHolder 3"/>
          <p:cNvSpPr>
            <a:spLocks noGrp="1"/>
          </p:cNvSpPr>
          <p:nvPr>
            <p:ph type="sldNum" idx="18"/>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2B0F9D88-C21B-4534-8453-7C492663CDCE}" type="slidenum">
              <a:rPr b="0" lang="en-US" sz="1400" spc="-1" strike="noStrike">
                <a:latin typeface="Times New Roman"/>
              </a:rPr>
              <a:t>&lt;number&gt;</a:t>
            </a:fld>
            <a:endParaRPr b="0" lang="en-US" sz="1400" spc="-1" strike="noStrike">
              <a:latin typeface="Liberation Sans Narrow"/>
            </a:endParaRPr>
          </a:p>
        </p:txBody>
      </p:sp>
      <p:sp>
        <p:nvSpPr>
          <p:cNvPr id="263" name="PlaceHolder 4"/>
          <p:cNvSpPr>
            <a:spLocks noGrp="1"/>
          </p:cNvSpPr>
          <p:nvPr>
            <p:ph type="dt" idx="19"/>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US" sz="1200" spc="-1" strike="noStrike">
              <a:latin typeface="Liberation Sans Narrow"/>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4" name="PlaceHolder 1"/>
          <p:cNvSpPr>
            <a:spLocks noGrp="1"/>
          </p:cNvSpPr>
          <p:nvPr>
            <p:ph type="sldImg"/>
          </p:nvPr>
        </p:nvSpPr>
        <p:spPr>
          <a:xfrm>
            <a:off x="1150920" y="698400"/>
            <a:ext cx="4651920" cy="3489840"/>
          </a:xfrm>
          <a:prstGeom prst="rect">
            <a:avLst/>
          </a:prstGeom>
          <a:ln w="0">
            <a:noFill/>
          </a:ln>
        </p:spPr>
      </p:sp>
      <p:sp>
        <p:nvSpPr>
          <p:cNvPr id="265"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Autofit/>
          </a:bodyPr>
          <a:p>
            <a:pPr marL="216000" indent="-216000">
              <a:lnSpc>
                <a:spcPct val="100000"/>
              </a:lnSpc>
              <a:buNone/>
              <a:tabLst>
                <a:tab algn="l" pos="0"/>
              </a:tabLst>
            </a:pPr>
            <a:r>
              <a:rPr b="0" lang="en-US" sz="1200" spc="-1" strike="noStrike">
                <a:solidFill>
                  <a:srgbClr val="000000"/>
                </a:solidFill>
                <a:latin typeface="Calibri"/>
                <a:ea typeface="Calibri"/>
              </a:rPr>
              <a:t>Common questions students have about note taking from a lecture</a:t>
            </a:r>
            <a:endParaRPr b="0" lang="en-US" sz="1200" spc="-1" strike="noStrike">
              <a:latin typeface="Liberation Sans Narrow"/>
            </a:endParaRPr>
          </a:p>
          <a:p>
            <a:pPr marL="216000" indent="-216000">
              <a:lnSpc>
                <a:spcPct val="100000"/>
              </a:lnSpc>
              <a:buNone/>
              <a:tabLst>
                <a:tab algn="l" pos="0"/>
              </a:tabLst>
            </a:pPr>
            <a:r>
              <a:rPr b="0" lang="en-US" sz="1200" spc="-1" strike="noStrike">
                <a:solidFill>
                  <a:srgbClr val="000000"/>
                </a:solidFill>
                <a:latin typeface="Calibri"/>
                <a:ea typeface="Calibri"/>
              </a:rPr>
              <a:t>Are there any questions you have about note taking that aren’t up there?</a:t>
            </a:r>
            <a:endParaRPr b="0" lang="en-US" sz="1200" spc="-1" strike="noStrike">
              <a:latin typeface="Liberation Sans Narrow"/>
            </a:endParaRPr>
          </a:p>
        </p:txBody>
      </p:sp>
      <p:sp>
        <p:nvSpPr>
          <p:cNvPr id="266" name="PlaceHolder 3"/>
          <p:cNvSpPr>
            <a:spLocks noGrp="1"/>
          </p:cNvSpPr>
          <p:nvPr>
            <p:ph type="sldNum" idx="20"/>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4953790E-4233-4362-959E-277056193CEE}" type="slidenum">
              <a:rPr b="0" lang="en-US" sz="1400" spc="-1" strike="noStrike">
                <a:latin typeface="Times New Roman"/>
              </a:rPr>
              <a:t>&lt;number&gt;</a:t>
            </a:fld>
            <a:endParaRPr b="0" lang="en-US" sz="1400" spc="-1" strike="noStrike">
              <a:latin typeface="Liberation Sans Narrow"/>
            </a:endParaRPr>
          </a:p>
        </p:txBody>
      </p:sp>
      <p:sp>
        <p:nvSpPr>
          <p:cNvPr id="267" name="PlaceHolder 4"/>
          <p:cNvSpPr>
            <a:spLocks noGrp="1"/>
          </p:cNvSpPr>
          <p:nvPr>
            <p:ph type="dt" idx="21"/>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US" sz="1200" spc="-1" strike="noStrike">
              <a:latin typeface="Liberation Sans Narrow"/>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8" name="PlaceHolder 1"/>
          <p:cNvSpPr>
            <a:spLocks noGrp="1"/>
          </p:cNvSpPr>
          <p:nvPr>
            <p:ph type="sldImg"/>
          </p:nvPr>
        </p:nvSpPr>
        <p:spPr>
          <a:xfrm>
            <a:off x="1150920" y="698400"/>
            <a:ext cx="4651920" cy="3489840"/>
          </a:xfrm>
          <a:prstGeom prst="rect">
            <a:avLst/>
          </a:prstGeom>
          <a:ln w="0">
            <a:noFill/>
          </a:ln>
        </p:spPr>
      </p:sp>
      <p:sp>
        <p:nvSpPr>
          <p:cNvPr id="269"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rmAutofit/>
          </a:bodyPr>
          <a:p>
            <a:endParaRPr b="0" lang="en-US" sz="2000" spc="-1" strike="noStrike">
              <a:latin typeface="Liberation Sans Narrow"/>
            </a:endParaRPr>
          </a:p>
        </p:txBody>
      </p:sp>
      <p:sp>
        <p:nvSpPr>
          <p:cNvPr id="270" name="PlaceHolder 3"/>
          <p:cNvSpPr>
            <a:spLocks noGrp="1"/>
          </p:cNvSpPr>
          <p:nvPr>
            <p:ph type="sldNum" idx="22"/>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319B8D67-EA43-4CB6-B0E0-55B938F863AF}" type="slidenum">
              <a:rPr b="0" lang="en-US" sz="1400" spc="-1" strike="noStrike">
                <a:latin typeface="Times New Roman"/>
              </a:rPr>
              <a:t>&lt;number&gt;</a:t>
            </a:fld>
            <a:endParaRPr b="0" lang="en-US" sz="1400" spc="-1" strike="noStrike">
              <a:latin typeface="Liberation Sans Narrow"/>
            </a:endParaRPr>
          </a:p>
        </p:txBody>
      </p:sp>
      <p:sp>
        <p:nvSpPr>
          <p:cNvPr id="271" name="PlaceHolder 4"/>
          <p:cNvSpPr>
            <a:spLocks noGrp="1"/>
          </p:cNvSpPr>
          <p:nvPr>
            <p:ph type="dt" idx="23"/>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US" sz="1200" spc="-1" strike="noStrike">
              <a:latin typeface="Liberation Sans Narrow"/>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2" name="PlaceHolder 1"/>
          <p:cNvSpPr>
            <a:spLocks noGrp="1"/>
          </p:cNvSpPr>
          <p:nvPr>
            <p:ph type="sldImg"/>
          </p:nvPr>
        </p:nvSpPr>
        <p:spPr>
          <a:xfrm>
            <a:off x="1150920" y="698400"/>
            <a:ext cx="4651920" cy="3489840"/>
          </a:xfrm>
          <a:prstGeom prst="rect">
            <a:avLst/>
          </a:prstGeom>
          <a:ln w="0">
            <a:noFill/>
          </a:ln>
        </p:spPr>
      </p:sp>
      <p:sp>
        <p:nvSpPr>
          <p:cNvPr id="273"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Autofit/>
          </a:bodyPr>
          <a:p>
            <a:pPr marL="216000" indent="-216000">
              <a:lnSpc>
                <a:spcPct val="100000"/>
              </a:lnSpc>
              <a:buNone/>
              <a:tabLst>
                <a:tab algn="l" pos="0"/>
              </a:tabLst>
            </a:pPr>
            <a:r>
              <a:rPr b="0" lang="en-US" sz="1200" spc="-1" strike="noStrike">
                <a:solidFill>
                  <a:srgbClr val="000000"/>
                </a:solidFill>
                <a:latin typeface="Calibri"/>
                <a:ea typeface="Calibri"/>
              </a:rPr>
              <a:t>Benefits of Typing</a:t>
            </a:r>
            <a:endParaRPr b="0" lang="en-US" sz="1200" spc="-1" strike="noStrike">
              <a:latin typeface="Liberation Sans Narrow"/>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Many of us can type faster than we can write- this allows us to copy down more of what the professor says</a:t>
            </a:r>
            <a:endParaRPr b="0" lang="en-US" sz="1200" spc="-1" strike="noStrike">
              <a:latin typeface="Liberation Sans Narrow"/>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Typed notes are great because they are easy to re-format. For ex: You can easily insert Roman numerals to make it into an outline.</a:t>
            </a:r>
            <a:endParaRPr b="0" lang="en-US" sz="1200" spc="-1" strike="noStrike">
              <a:latin typeface="Liberation Sans Narrow"/>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You can copy key terms into their own document and print them out as flashcards.</a:t>
            </a:r>
            <a:endParaRPr b="0" lang="en-US" sz="1200" spc="-1" strike="noStrike">
              <a:latin typeface="Liberation Sans Narrow"/>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You can copy and paste certain information into a “study guide” from many different lectures</a:t>
            </a:r>
            <a:endParaRPr b="0" lang="en-US" sz="1200" spc="-1" strike="noStrike">
              <a:latin typeface="Liberation Sans Narrow"/>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You can easily save multiple copies, so you won’t lose them.</a:t>
            </a:r>
            <a:endParaRPr b="0" lang="en-US" sz="1200" spc="-1" strike="noStrike">
              <a:latin typeface="Liberation Sans Narrow"/>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Easy to email to friends who have missed a class</a:t>
            </a:r>
            <a:endParaRPr b="0" lang="en-US" sz="1200" spc="-1" strike="noStrike">
              <a:latin typeface="Liberation Sans Narrow"/>
            </a:endParaRPr>
          </a:p>
          <a:p>
            <a:pPr marL="216000" indent="-216000">
              <a:lnSpc>
                <a:spcPct val="100000"/>
              </a:lnSpc>
              <a:buNone/>
              <a:tabLst>
                <a:tab algn="l" pos="0"/>
              </a:tabLst>
            </a:pPr>
            <a:endParaRPr b="0" lang="en-US" sz="1200" spc="-1" strike="noStrike">
              <a:latin typeface="Liberation Sans Narrow"/>
            </a:endParaRPr>
          </a:p>
          <a:p>
            <a:pPr marL="216000" indent="-216000">
              <a:lnSpc>
                <a:spcPct val="100000"/>
              </a:lnSpc>
              <a:buNone/>
              <a:tabLst>
                <a:tab algn="l" pos="0"/>
              </a:tabLst>
            </a:pPr>
            <a:r>
              <a:rPr b="0" lang="en-US" sz="1200" spc="-1" strike="noStrike">
                <a:solidFill>
                  <a:srgbClr val="000000"/>
                </a:solidFill>
                <a:latin typeface="Calibri"/>
                <a:ea typeface="Calibri"/>
              </a:rPr>
              <a:t>Benefits of Writing</a:t>
            </a:r>
            <a:endParaRPr b="0" lang="en-US" sz="1200" spc="-1" strike="noStrike">
              <a:latin typeface="Liberation Sans Narrow"/>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More likely to commit things to long term memory</a:t>
            </a:r>
            <a:endParaRPr b="0" lang="en-US" sz="1200" spc="-1" strike="noStrike">
              <a:latin typeface="Liberation Sans Narrow"/>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Don’t have to carry a laptop</a:t>
            </a:r>
            <a:endParaRPr b="0" lang="en-US" sz="1200" spc="-1" strike="noStrike">
              <a:latin typeface="Liberation Sans Narrow"/>
            </a:endParaRPr>
          </a:p>
        </p:txBody>
      </p:sp>
      <p:sp>
        <p:nvSpPr>
          <p:cNvPr id="274" name="PlaceHolder 3"/>
          <p:cNvSpPr>
            <a:spLocks noGrp="1"/>
          </p:cNvSpPr>
          <p:nvPr>
            <p:ph type="sldNum" idx="24"/>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89F304BB-62D8-4F33-9E44-B951048235F0}" type="slidenum">
              <a:rPr b="0" lang="en-US" sz="1400" spc="-1" strike="noStrike">
                <a:latin typeface="Times New Roman"/>
              </a:rPr>
              <a:t>&lt;number&gt;</a:t>
            </a:fld>
            <a:endParaRPr b="0" lang="en-US" sz="1400" spc="-1" strike="noStrike">
              <a:latin typeface="Liberation Sans Narrow"/>
            </a:endParaRPr>
          </a:p>
        </p:txBody>
      </p:sp>
      <p:sp>
        <p:nvSpPr>
          <p:cNvPr id="275" name="PlaceHolder 4"/>
          <p:cNvSpPr>
            <a:spLocks noGrp="1"/>
          </p:cNvSpPr>
          <p:nvPr>
            <p:ph type="dt" idx="25"/>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US" sz="1200" spc="-1" strike="noStrike">
              <a:latin typeface="Liberation Sans Narrow"/>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6" name="PlaceHolder 1"/>
          <p:cNvSpPr>
            <a:spLocks noGrp="1"/>
          </p:cNvSpPr>
          <p:nvPr>
            <p:ph type="sldImg"/>
          </p:nvPr>
        </p:nvSpPr>
        <p:spPr>
          <a:xfrm>
            <a:off x="1150920" y="698400"/>
            <a:ext cx="4651920" cy="3489840"/>
          </a:xfrm>
          <a:prstGeom prst="rect">
            <a:avLst/>
          </a:prstGeom>
          <a:ln w="0">
            <a:noFill/>
          </a:ln>
        </p:spPr>
      </p:sp>
      <p:sp>
        <p:nvSpPr>
          <p:cNvPr id="277"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rmAutofit/>
          </a:bodyPr>
          <a:p>
            <a:endParaRPr b="0" lang="en-US" sz="2000" spc="-1" strike="noStrike">
              <a:latin typeface="Liberation Sans Narrow"/>
            </a:endParaRPr>
          </a:p>
        </p:txBody>
      </p:sp>
      <p:sp>
        <p:nvSpPr>
          <p:cNvPr id="278" name="PlaceHolder 3"/>
          <p:cNvSpPr>
            <a:spLocks noGrp="1"/>
          </p:cNvSpPr>
          <p:nvPr>
            <p:ph type="sldNum" idx="26"/>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83C35042-4FEA-4726-B440-5D83F9F16A83}" type="slidenum">
              <a:rPr b="0" lang="en-US" sz="1400" spc="-1" strike="noStrike">
                <a:latin typeface="Times New Roman"/>
              </a:rPr>
              <a:t>&lt;number&gt;</a:t>
            </a:fld>
            <a:endParaRPr b="0" lang="en-US" sz="1400" spc="-1" strike="noStrike">
              <a:latin typeface="Liberation Sans Narrow"/>
            </a:endParaRPr>
          </a:p>
        </p:txBody>
      </p:sp>
      <p:sp>
        <p:nvSpPr>
          <p:cNvPr id="279" name="PlaceHolder 4"/>
          <p:cNvSpPr>
            <a:spLocks noGrp="1"/>
          </p:cNvSpPr>
          <p:nvPr>
            <p:ph type="dt" idx="27"/>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US" sz="1200" spc="-1" strike="noStrike">
              <a:latin typeface="Liberation Sans Narrow"/>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0" name="PlaceHolder 1"/>
          <p:cNvSpPr>
            <a:spLocks noGrp="1"/>
          </p:cNvSpPr>
          <p:nvPr>
            <p:ph type="sldImg"/>
          </p:nvPr>
        </p:nvSpPr>
        <p:spPr>
          <a:xfrm>
            <a:off x="1150920" y="698400"/>
            <a:ext cx="4651920" cy="3489840"/>
          </a:xfrm>
          <a:prstGeom prst="rect">
            <a:avLst/>
          </a:prstGeom>
          <a:ln w="0">
            <a:noFill/>
          </a:ln>
        </p:spPr>
      </p:sp>
      <p:sp>
        <p:nvSpPr>
          <p:cNvPr id="281"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rmAutofit fontScale="96000"/>
          </a:bodyPr>
          <a:p>
            <a:pPr marL="216000" indent="-216000">
              <a:lnSpc>
                <a:spcPct val="100000"/>
              </a:lnSpc>
              <a:buNone/>
              <a:tabLst>
                <a:tab algn="l" pos="0"/>
              </a:tabLst>
            </a:pPr>
            <a:r>
              <a:rPr b="0" lang="en-US" sz="1110" spc="-1" strike="noStrike">
                <a:solidFill>
                  <a:srgbClr val="000000"/>
                </a:solidFill>
                <a:latin typeface="Calibri"/>
                <a:ea typeface="Calibri"/>
              </a:rPr>
              <a:t>Every class is different, many times the formatting of your notes will change as you get used to the professor’s lecturing style. \</a:t>
            </a:r>
            <a:endParaRPr b="0" lang="en-US" sz="1110" spc="-1" strike="noStrike">
              <a:latin typeface="Liberation Sans Narrow"/>
            </a:endParaRPr>
          </a:p>
          <a:p>
            <a:pPr marL="216000" indent="-216000">
              <a:lnSpc>
                <a:spcPct val="100000"/>
              </a:lnSpc>
              <a:buNone/>
              <a:tabLst>
                <a:tab algn="l" pos="0"/>
              </a:tabLst>
            </a:pPr>
            <a:r>
              <a:rPr b="0" lang="en-US" sz="1110" spc="-1" strike="noStrike">
                <a:solidFill>
                  <a:srgbClr val="000000"/>
                </a:solidFill>
                <a:latin typeface="Calibri"/>
                <a:ea typeface="Calibri"/>
              </a:rPr>
              <a:t>However, some note taking styles better suit different courses. </a:t>
            </a:r>
            <a:endParaRPr b="0" lang="en-US" sz="1110" spc="-1" strike="noStrike">
              <a:latin typeface="Liberation Sans Narrow"/>
            </a:endParaRPr>
          </a:p>
          <a:p>
            <a:pPr marL="216000" indent="-216000">
              <a:lnSpc>
                <a:spcPct val="100000"/>
              </a:lnSpc>
              <a:buNone/>
              <a:tabLst>
                <a:tab algn="l" pos="0"/>
              </a:tabLst>
            </a:pPr>
            <a:r>
              <a:rPr b="0" lang="en-US" sz="1110" spc="-1" strike="noStrike">
                <a:solidFill>
                  <a:srgbClr val="000000"/>
                </a:solidFill>
                <a:latin typeface="Calibri"/>
                <a:ea typeface="Calibri"/>
              </a:rPr>
              <a:t>First, you always want to look at materials the professor gives you.</a:t>
            </a:r>
            <a:endParaRPr b="0" lang="en-US" sz="1110" spc="-1" strike="noStrike">
              <a:latin typeface="Liberation Sans Narrow"/>
            </a:endParaRPr>
          </a:p>
          <a:p>
            <a:pPr marL="216000" indent="-216000">
              <a:lnSpc>
                <a:spcPct val="100000"/>
              </a:lnSpc>
              <a:buNone/>
              <a:tabLst>
                <a:tab algn="l" pos="0"/>
              </a:tabLst>
            </a:pPr>
            <a:r>
              <a:rPr b="0" lang="en-US" sz="1110" spc="-1" strike="noStrike">
                <a:solidFill>
                  <a:srgbClr val="000000"/>
                </a:solidFill>
                <a:latin typeface="Calibri"/>
                <a:ea typeface="Calibri"/>
              </a:rPr>
              <a:t>	</a:t>
            </a:r>
            <a:r>
              <a:rPr b="0" lang="en-US" sz="1110" spc="-1" strike="noStrike">
                <a:solidFill>
                  <a:srgbClr val="000000"/>
                </a:solidFill>
                <a:latin typeface="Calibri"/>
                <a:ea typeface="Calibri"/>
              </a:rPr>
              <a:t>- If he or she posts powerpoint slides on BB that go with lectures, print these out in this format. You can take notes over here…</a:t>
            </a:r>
            <a:endParaRPr b="0" lang="en-US" sz="1110" spc="-1" strike="noStrike">
              <a:latin typeface="Liberation Sans Narrow"/>
            </a:endParaRPr>
          </a:p>
          <a:p>
            <a:pPr marL="216000" indent="-216000">
              <a:lnSpc>
                <a:spcPct val="100000"/>
              </a:lnSpc>
              <a:buNone/>
              <a:tabLst>
                <a:tab algn="l" pos="0"/>
              </a:tabLst>
            </a:pPr>
            <a:r>
              <a:rPr b="0" lang="en-US" sz="1110" spc="-1" strike="noStrike">
                <a:solidFill>
                  <a:srgbClr val="000000"/>
                </a:solidFill>
                <a:latin typeface="Calibri"/>
                <a:ea typeface="Calibri"/>
              </a:rPr>
              <a:t>	</a:t>
            </a:r>
            <a:r>
              <a:rPr b="0" lang="en-US" sz="1110" spc="-1" strike="noStrike">
                <a:solidFill>
                  <a:srgbClr val="000000"/>
                </a:solidFill>
                <a:latin typeface="Calibri"/>
                <a:ea typeface="Calibri"/>
              </a:rPr>
              <a:t>- Sometimes professors may send out or post a list of key terms. This will help you know what to pay close attention to in lecture.</a:t>
            </a:r>
            <a:endParaRPr b="0" lang="en-US" sz="1110" spc="-1" strike="noStrike">
              <a:latin typeface="Liberation Sans Narrow"/>
            </a:endParaRPr>
          </a:p>
          <a:p>
            <a:pPr marL="216000" indent="-216000">
              <a:lnSpc>
                <a:spcPct val="100000"/>
              </a:lnSpc>
              <a:buNone/>
              <a:tabLst>
                <a:tab algn="l" pos="0"/>
              </a:tabLst>
            </a:pPr>
            <a:r>
              <a:rPr b="0" lang="en-US" sz="1110" spc="-1" strike="noStrike">
                <a:solidFill>
                  <a:srgbClr val="000000"/>
                </a:solidFill>
                <a:latin typeface="Calibri"/>
                <a:ea typeface="Calibri"/>
              </a:rPr>
              <a:t>	</a:t>
            </a:r>
            <a:r>
              <a:rPr b="0" lang="en-US" sz="1110" spc="-1" strike="noStrike">
                <a:solidFill>
                  <a:srgbClr val="000000"/>
                </a:solidFill>
                <a:latin typeface="Calibri"/>
                <a:ea typeface="Calibri"/>
              </a:rPr>
              <a:t>- Other times professors may post an outline to their lecture ahead of time, you can use this format and expand on it in your notes.</a:t>
            </a:r>
            <a:endParaRPr b="0" lang="en-US" sz="1110" spc="-1" strike="noStrike">
              <a:latin typeface="Liberation Sans Narrow"/>
            </a:endParaRPr>
          </a:p>
          <a:p>
            <a:pPr marL="216000" indent="-216000">
              <a:lnSpc>
                <a:spcPct val="100000"/>
              </a:lnSpc>
              <a:buNone/>
              <a:tabLst>
                <a:tab algn="l" pos="0"/>
              </a:tabLst>
            </a:pPr>
            <a:r>
              <a:rPr b="0" lang="en-US" sz="1110" spc="-1" strike="noStrike">
                <a:solidFill>
                  <a:srgbClr val="000000"/>
                </a:solidFill>
                <a:latin typeface="Calibri"/>
                <a:ea typeface="Calibri"/>
              </a:rPr>
              <a:t>“</a:t>
            </a:r>
            <a:r>
              <a:rPr b="0" lang="en-US" sz="1110" spc="-1" strike="noStrike">
                <a:solidFill>
                  <a:srgbClr val="000000"/>
                </a:solidFill>
                <a:latin typeface="Calibri"/>
                <a:ea typeface="Calibri"/>
              </a:rPr>
              <a:t>Half page” technique</a:t>
            </a:r>
            <a:endParaRPr b="0" lang="en-US" sz="1110" spc="-1" strike="noStrike">
              <a:latin typeface="Liberation Sans Narrow"/>
            </a:endParaRPr>
          </a:p>
          <a:p>
            <a:pPr marL="216000" indent="-216000">
              <a:lnSpc>
                <a:spcPct val="100000"/>
              </a:lnSpc>
              <a:buNone/>
              <a:tabLst>
                <a:tab algn="l" pos="0"/>
              </a:tabLst>
            </a:pPr>
            <a:r>
              <a:rPr b="0" lang="en-US" sz="1110" spc="-1" strike="noStrike">
                <a:solidFill>
                  <a:srgbClr val="000000"/>
                </a:solidFill>
                <a:latin typeface="Calibri"/>
                <a:ea typeface="Calibri"/>
              </a:rPr>
              <a:t>	</a:t>
            </a:r>
            <a:r>
              <a:rPr b="0" lang="en-US" sz="1110" spc="-1" strike="noStrike">
                <a:solidFill>
                  <a:srgbClr val="000000"/>
                </a:solidFill>
                <a:latin typeface="Calibri"/>
                <a:ea typeface="Calibri"/>
              </a:rPr>
              <a:t>- great for classes where the lecture focuses mainly on key terms or vocabulary.</a:t>
            </a:r>
            <a:endParaRPr b="0" lang="en-US" sz="1110" spc="-1" strike="noStrike">
              <a:latin typeface="Liberation Sans Narrow"/>
            </a:endParaRPr>
          </a:p>
          <a:p>
            <a:pPr marL="216000" indent="-216000">
              <a:lnSpc>
                <a:spcPct val="100000"/>
              </a:lnSpc>
              <a:buNone/>
              <a:tabLst>
                <a:tab algn="l" pos="0"/>
              </a:tabLst>
            </a:pPr>
            <a:r>
              <a:rPr b="0" lang="en-US" sz="1110" spc="-1" strike="noStrike">
                <a:solidFill>
                  <a:srgbClr val="000000"/>
                </a:solidFill>
                <a:latin typeface="Calibri"/>
                <a:ea typeface="Calibri"/>
              </a:rPr>
              <a:t>Outline form</a:t>
            </a:r>
            <a:endParaRPr b="0" lang="en-US" sz="1110" spc="-1" strike="noStrike">
              <a:latin typeface="Liberation Sans Narrow"/>
            </a:endParaRPr>
          </a:p>
          <a:p>
            <a:pPr marL="216000" indent="-216000">
              <a:lnSpc>
                <a:spcPct val="100000"/>
              </a:lnSpc>
              <a:buNone/>
              <a:tabLst>
                <a:tab algn="l" pos="0"/>
              </a:tabLst>
            </a:pPr>
            <a:r>
              <a:rPr b="0" lang="en-US" sz="1110" spc="-1" strike="noStrike">
                <a:solidFill>
                  <a:srgbClr val="000000"/>
                </a:solidFill>
                <a:latin typeface="Calibri"/>
                <a:ea typeface="Calibri"/>
              </a:rPr>
              <a:t>	</a:t>
            </a:r>
            <a:r>
              <a:rPr b="0" lang="en-US" sz="1110" spc="-1" strike="noStrike">
                <a:solidFill>
                  <a:srgbClr val="000000"/>
                </a:solidFill>
                <a:latin typeface="Calibri"/>
                <a:ea typeface="Calibri"/>
              </a:rPr>
              <a:t>- great for most classes, especially history.</a:t>
            </a:r>
            <a:endParaRPr b="0" lang="en-US" sz="1110" spc="-1" strike="noStrike">
              <a:latin typeface="Liberation Sans Narrow"/>
            </a:endParaRPr>
          </a:p>
          <a:p>
            <a:pPr marL="216000" indent="-216000">
              <a:lnSpc>
                <a:spcPct val="100000"/>
              </a:lnSpc>
              <a:buNone/>
              <a:tabLst>
                <a:tab algn="l" pos="0"/>
              </a:tabLst>
            </a:pPr>
            <a:r>
              <a:rPr b="0" lang="en-US" sz="1110" spc="-1" strike="noStrike">
                <a:solidFill>
                  <a:srgbClr val="000000"/>
                </a:solidFill>
                <a:latin typeface="Calibri"/>
                <a:ea typeface="Calibri"/>
              </a:rPr>
              <a:t>	</a:t>
            </a:r>
            <a:r>
              <a:rPr b="0" lang="en-US" sz="1110" spc="-1" strike="noStrike">
                <a:solidFill>
                  <a:srgbClr val="000000"/>
                </a:solidFill>
                <a:latin typeface="Calibri"/>
                <a:ea typeface="Calibri"/>
              </a:rPr>
              <a:t>- great because they organize main points and their sub-topics.</a:t>
            </a:r>
            <a:endParaRPr b="0" lang="en-US" sz="1110" spc="-1" strike="noStrike">
              <a:latin typeface="Liberation Sans Narrow"/>
            </a:endParaRPr>
          </a:p>
          <a:p>
            <a:pPr marL="216000" indent="-216000">
              <a:lnSpc>
                <a:spcPct val="100000"/>
              </a:lnSpc>
              <a:buNone/>
              <a:tabLst>
                <a:tab algn="l" pos="0"/>
              </a:tabLst>
            </a:pPr>
            <a:r>
              <a:rPr b="0" lang="en-US" sz="1110" spc="-1" strike="noStrike">
                <a:solidFill>
                  <a:srgbClr val="000000"/>
                </a:solidFill>
                <a:latin typeface="Calibri"/>
                <a:ea typeface="Calibri"/>
              </a:rPr>
              <a:t>	</a:t>
            </a:r>
            <a:r>
              <a:rPr b="0" lang="en-US" sz="1110" spc="-1" strike="noStrike">
                <a:solidFill>
                  <a:srgbClr val="000000"/>
                </a:solidFill>
                <a:latin typeface="Calibri"/>
                <a:ea typeface="Calibri"/>
              </a:rPr>
              <a:t>- when studying, its easy to find information quickly</a:t>
            </a:r>
            <a:br>
              <a:rPr sz="1110"/>
            </a:br>
            <a:r>
              <a:rPr b="0" lang="en-US" sz="1110" spc="-1" strike="noStrike">
                <a:solidFill>
                  <a:srgbClr val="000000"/>
                </a:solidFill>
                <a:latin typeface="Calibri"/>
                <a:ea typeface="Calibri"/>
              </a:rPr>
              <a:t>	</a:t>
            </a:r>
            <a:r>
              <a:rPr b="0" lang="en-US" sz="1110" spc="-1" strike="noStrike">
                <a:solidFill>
                  <a:srgbClr val="000000"/>
                </a:solidFill>
                <a:latin typeface="Calibri"/>
                <a:ea typeface="Calibri"/>
              </a:rPr>
              <a:t>- this is easier when you type your notes because Microsoft usually auto-formats</a:t>
            </a:r>
            <a:endParaRPr b="0" lang="en-US" sz="1110" spc="-1" strike="noStrike">
              <a:latin typeface="Liberation Sans Narrow"/>
            </a:endParaRPr>
          </a:p>
          <a:p>
            <a:pPr marL="216000" indent="-216000">
              <a:lnSpc>
                <a:spcPct val="100000"/>
              </a:lnSpc>
              <a:buNone/>
              <a:tabLst>
                <a:tab algn="l" pos="0"/>
              </a:tabLst>
            </a:pPr>
            <a:r>
              <a:rPr b="0" lang="en-US" sz="1110" spc="-1" strike="noStrike">
                <a:solidFill>
                  <a:srgbClr val="000000"/>
                </a:solidFill>
                <a:latin typeface="Calibri"/>
                <a:ea typeface="Calibri"/>
              </a:rPr>
              <a:t>The outline format can be tricky at first, but you can create your own note-taking format based on the idea of an outline. </a:t>
            </a:r>
            <a:endParaRPr b="0" lang="en-US" sz="1110" spc="-1" strike="noStrike">
              <a:latin typeface="Liberation Sans Narrow"/>
            </a:endParaRPr>
          </a:p>
          <a:p>
            <a:pPr marL="216000" indent="-216000">
              <a:lnSpc>
                <a:spcPct val="100000"/>
              </a:lnSpc>
              <a:buNone/>
              <a:tabLst>
                <a:tab algn="l" pos="0"/>
              </a:tabLst>
            </a:pPr>
            <a:r>
              <a:rPr b="0" lang="en-US" sz="1110" spc="-1" strike="noStrike">
                <a:solidFill>
                  <a:srgbClr val="000000"/>
                </a:solidFill>
                <a:latin typeface="Calibri"/>
                <a:ea typeface="Calibri"/>
              </a:rPr>
              <a:t>	</a:t>
            </a:r>
            <a:r>
              <a:rPr b="0" lang="en-US" sz="1110" spc="-1" strike="noStrike">
                <a:solidFill>
                  <a:srgbClr val="000000"/>
                </a:solidFill>
                <a:latin typeface="Calibri"/>
                <a:ea typeface="Calibri"/>
              </a:rPr>
              <a:t>- try and separate main ideas with blank lines</a:t>
            </a:r>
            <a:endParaRPr b="0" lang="en-US" sz="1110" spc="-1" strike="noStrike">
              <a:latin typeface="Liberation Sans Narrow"/>
            </a:endParaRPr>
          </a:p>
          <a:p>
            <a:pPr marL="216000" indent="-216000">
              <a:lnSpc>
                <a:spcPct val="100000"/>
              </a:lnSpc>
              <a:buNone/>
              <a:tabLst>
                <a:tab algn="l" pos="0"/>
              </a:tabLst>
            </a:pPr>
            <a:r>
              <a:rPr b="0" lang="en-US" sz="1110" spc="-1" strike="noStrike">
                <a:solidFill>
                  <a:srgbClr val="000000"/>
                </a:solidFill>
                <a:latin typeface="Calibri"/>
                <a:ea typeface="Calibri"/>
              </a:rPr>
              <a:t>	</a:t>
            </a:r>
            <a:r>
              <a:rPr b="0" lang="en-US" sz="1110" spc="-1" strike="noStrike">
                <a:solidFill>
                  <a:srgbClr val="000000"/>
                </a:solidFill>
                <a:latin typeface="Calibri"/>
                <a:ea typeface="Calibri"/>
              </a:rPr>
              <a:t>- use bullet points and indents for sub-points</a:t>
            </a:r>
            <a:endParaRPr b="0" lang="en-US" sz="1110" spc="-1" strike="noStrike">
              <a:latin typeface="Liberation Sans Narrow"/>
            </a:endParaRPr>
          </a:p>
          <a:p>
            <a:pPr marL="216000" indent="-216000">
              <a:lnSpc>
                <a:spcPct val="100000"/>
              </a:lnSpc>
              <a:buNone/>
              <a:tabLst>
                <a:tab algn="l" pos="0"/>
              </a:tabLst>
            </a:pPr>
            <a:r>
              <a:rPr b="0" lang="en-US" sz="1110" spc="-1" strike="noStrike">
                <a:solidFill>
                  <a:srgbClr val="000000"/>
                </a:solidFill>
                <a:latin typeface="Calibri"/>
                <a:ea typeface="Calibri"/>
              </a:rPr>
              <a:t>	</a:t>
            </a:r>
            <a:r>
              <a:rPr b="0" lang="en-US" sz="1110" spc="-1" strike="noStrike">
                <a:solidFill>
                  <a:srgbClr val="000000"/>
                </a:solidFill>
                <a:latin typeface="Calibri"/>
                <a:ea typeface="Calibri"/>
              </a:rPr>
              <a:t>- if your notes get sloppy, draw a box around all the information relating to one main idea. </a:t>
            </a:r>
            <a:endParaRPr b="0" lang="en-US" sz="1110" spc="-1" strike="noStrike">
              <a:latin typeface="Liberation Sans Narrow"/>
            </a:endParaRPr>
          </a:p>
          <a:p>
            <a:pPr marL="216000" indent="-216000">
              <a:lnSpc>
                <a:spcPct val="100000"/>
              </a:lnSpc>
              <a:buNone/>
              <a:tabLst>
                <a:tab algn="l" pos="0"/>
              </a:tabLst>
            </a:pPr>
            <a:endParaRPr b="0" lang="en-US" sz="1110" spc="-1" strike="noStrike">
              <a:latin typeface="Liberation Sans Narrow"/>
            </a:endParaRPr>
          </a:p>
        </p:txBody>
      </p:sp>
      <p:sp>
        <p:nvSpPr>
          <p:cNvPr id="282" name="PlaceHolder 3"/>
          <p:cNvSpPr>
            <a:spLocks noGrp="1"/>
          </p:cNvSpPr>
          <p:nvPr>
            <p:ph type="sldNum" idx="28"/>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1CE0BDC7-5A49-4EB8-A29B-AF97FE31423D}" type="slidenum">
              <a:rPr b="0" lang="en-US" sz="1400" spc="-1" strike="noStrike">
                <a:latin typeface="Times New Roman"/>
              </a:rPr>
              <a:t>&lt;number&gt;</a:t>
            </a:fld>
            <a:endParaRPr b="0" lang="en-US" sz="1400" spc="-1" strike="noStrike">
              <a:latin typeface="Liberation Sans Narrow"/>
            </a:endParaRPr>
          </a:p>
        </p:txBody>
      </p:sp>
      <p:sp>
        <p:nvSpPr>
          <p:cNvPr id="283" name="PlaceHolder 4"/>
          <p:cNvSpPr>
            <a:spLocks noGrp="1"/>
          </p:cNvSpPr>
          <p:nvPr>
            <p:ph type="dt" idx="29"/>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US" sz="1200" spc="-1" strike="noStrike">
              <a:latin typeface="Liberation Sans Narrow"/>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4" name="PlaceHolder 1"/>
          <p:cNvSpPr>
            <a:spLocks noGrp="1"/>
          </p:cNvSpPr>
          <p:nvPr>
            <p:ph type="sldImg"/>
          </p:nvPr>
        </p:nvSpPr>
        <p:spPr>
          <a:xfrm>
            <a:off x="1150920" y="698400"/>
            <a:ext cx="4651920" cy="3489840"/>
          </a:xfrm>
          <a:prstGeom prst="rect">
            <a:avLst/>
          </a:prstGeom>
          <a:ln w="0">
            <a:noFill/>
          </a:ln>
        </p:spPr>
      </p:sp>
      <p:sp>
        <p:nvSpPr>
          <p:cNvPr id="285"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rmAutofit/>
          </a:bodyPr>
          <a:p>
            <a:endParaRPr b="0" lang="en-US" sz="2000" spc="-1" strike="noStrike">
              <a:latin typeface="Liberation Sans Narrow"/>
            </a:endParaRPr>
          </a:p>
        </p:txBody>
      </p:sp>
      <p:sp>
        <p:nvSpPr>
          <p:cNvPr id="286" name="PlaceHolder 3"/>
          <p:cNvSpPr>
            <a:spLocks noGrp="1"/>
          </p:cNvSpPr>
          <p:nvPr>
            <p:ph type="sldNum" idx="30"/>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563DF679-CF61-4850-9212-0916D7F5A2F2}" type="slidenum">
              <a:rPr b="0" lang="en-US" sz="1400" spc="-1" strike="noStrike">
                <a:latin typeface="Times New Roman"/>
              </a:rPr>
              <a:t>&lt;number&gt;</a:t>
            </a:fld>
            <a:endParaRPr b="0" lang="en-US" sz="1400" spc="-1" strike="noStrike">
              <a:latin typeface="Liberation Sans Narrow"/>
            </a:endParaRPr>
          </a:p>
        </p:txBody>
      </p:sp>
      <p:sp>
        <p:nvSpPr>
          <p:cNvPr id="287" name="PlaceHolder 4"/>
          <p:cNvSpPr>
            <a:spLocks noGrp="1"/>
          </p:cNvSpPr>
          <p:nvPr>
            <p:ph type="dt" idx="31"/>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US" sz="1200" spc="-1" strike="noStrike">
              <a:latin typeface="Liberation Sans Narrow"/>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8" name="PlaceHolder 1"/>
          <p:cNvSpPr>
            <a:spLocks noGrp="1"/>
          </p:cNvSpPr>
          <p:nvPr>
            <p:ph type="sldImg"/>
          </p:nvPr>
        </p:nvSpPr>
        <p:spPr>
          <a:xfrm>
            <a:off x="1150920" y="698400"/>
            <a:ext cx="4651920" cy="3489840"/>
          </a:xfrm>
          <a:prstGeom prst="rect">
            <a:avLst/>
          </a:prstGeom>
          <a:ln w="0">
            <a:noFill/>
          </a:ln>
        </p:spPr>
      </p:sp>
      <p:sp>
        <p:nvSpPr>
          <p:cNvPr id="289"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rmAutofit/>
          </a:bodyPr>
          <a:p>
            <a:endParaRPr b="0" lang="en-US" sz="2000" spc="-1" strike="noStrike">
              <a:latin typeface="Liberation Sans Narrow"/>
            </a:endParaRPr>
          </a:p>
        </p:txBody>
      </p:sp>
      <p:sp>
        <p:nvSpPr>
          <p:cNvPr id="290" name="PlaceHolder 3"/>
          <p:cNvSpPr>
            <a:spLocks noGrp="1"/>
          </p:cNvSpPr>
          <p:nvPr>
            <p:ph type="sldNum" idx="32"/>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37C62F6E-FCE4-4F0C-B7D7-9AC1170F2B93}" type="slidenum">
              <a:rPr b="0" lang="en-US" sz="1400" spc="-1" strike="noStrike">
                <a:latin typeface="Times New Roman"/>
              </a:rPr>
              <a:t>&lt;number&gt;</a:t>
            </a:fld>
            <a:endParaRPr b="0" lang="en-US" sz="1400" spc="-1" strike="noStrike">
              <a:latin typeface="Liberation Sans Narrow"/>
            </a:endParaRPr>
          </a:p>
        </p:txBody>
      </p:sp>
      <p:sp>
        <p:nvSpPr>
          <p:cNvPr id="291" name="PlaceHolder 4"/>
          <p:cNvSpPr>
            <a:spLocks noGrp="1"/>
          </p:cNvSpPr>
          <p:nvPr>
            <p:ph type="dt" idx="33"/>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US" sz="1200" spc="-1" strike="noStrike">
              <a:latin typeface="Liberation Sans Narrow"/>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2" name="PlaceHolder 1"/>
          <p:cNvSpPr>
            <a:spLocks noGrp="1"/>
          </p:cNvSpPr>
          <p:nvPr>
            <p:ph type="sldImg"/>
          </p:nvPr>
        </p:nvSpPr>
        <p:spPr>
          <a:xfrm>
            <a:off x="1150920" y="698400"/>
            <a:ext cx="4651920" cy="3489840"/>
          </a:xfrm>
          <a:prstGeom prst="rect">
            <a:avLst/>
          </a:prstGeom>
          <a:ln w="0">
            <a:noFill/>
          </a:ln>
        </p:spPr>
      </p:sp>
      <p:sp>
        <p:nvSpPr>
          <p:cNvPr id="293"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rmAutofit/>
          </a:bodyPr>
          <a:p>
            <a:endParaRPr b="0" lang="en-US" sz="2000" spc="-1" strike="noStrike">
              <a:latin typeface="Liberation Sans Narrow"/>
            </a:endParaRPr>
          </a:p>
        </p:txBody>
      </p:sp>
      <p:sp>
        <p:nvSpPr>
          <p:cNvPr id="294" name="PlaceHolder 3"/>
          <p:cNvSpPr>
            <a:spLocks noGrp="1"/>
          </p:cNvSpPr>
          <p:nvPr>
            <p:ph type="sldNum" idx="34"/>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B4E33D2B-7E68-43BF-9E57-CE3E720FD3C7}" type="slidenum">
              <a:rPr b="0" lang="en-US" sz="1400" spc="-1" strike="noStrike">
                <a:latin typeface="Times New Roman"/>
              </a:rPr>
              <a:t>&lt;number&gt;</a:t>
            </a:fld>
            <a:endParaRPr b="0" lang="en-US" sz="1400" spc="-1" strike="noStrike">
              <a:latin typeface="Liberation Sans Narrow"/>
            </a:endParaRPr>
          </a:p>
        </p:txBody>
      </p:sp>
      <p:sp>
        <p:nvSpPr>
          <p:cNvPr id="295" name="PlaceHolder 4"/>
          <p:cNvSpPr>
            <a:spLocks noGrp="1"/>
          </p:cNvSpPr>
          <p:nvPr>
            <p:ph type="dt" idx="35"/>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US" sz="1200" spc="-1" strike="noStrike">
              <a:latin typeface="Liberation Sans Narrow"/>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6" name="PlaceHolder 1"/>
          <p:cNvSpPr>
            <a:spLocks noGrp="1"/>
          </p:cNvSpPr>
          <p:nvPr>
            <p:ph type="sldImg"/>
          </p:nvPr>
        </p:nvSpPr>
        <p:spPr>
          <a:xfrm>
            <a:off x="1150920" y="698400"/>
            <a:ext cx="4651920" cy="3489840"/>
          </a:xfrm>
          <a:prstGeom prst="rect">
            <a:avLst/>
          </a:prstGeom>
          <a:ln w="0">
            <a:noFill/>
          </a:ln>
        </p:spPr>
      </p:sp>
      <p:sp>
        <p:nvSpPr>
          <p:cNvPr id="297"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rmAutofit/>
          </a:bodyPr>
          <a:p>
            <a:endParaRPr b="0" lang="en-US" sz="2000" spc="-1" strike="noStrike">
              <a:latin typeface="Liberation Sans Narrow"/>
            </a:endParaRPr>
          </a:p>
        </p:txBody>
      </p:sp>
      <p:sp>
        <p:nvSpPr>
          <p:cNvPr id="298" name="PlaceHolder 3"/>
          <p:cNvSpPr>
            <a:spLocks noGrp="1"/>
          </p:cNvSpPr>
          <p:nvPr>
            <p:ph type="sldNum" idx="36"/>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85A5EC99-9E2D-45EF-97F6-765D87B975B0}" type="slidenum">
              <a:rPr b="0" lang="en-US" sz="1400" spc="-1" strike="noStrike">
                <a:latin typeface="Times New Roman"/>
              </a:rPr>
              <a:t>&lt;number&gt;</a:t>
            </a:fld>
            <a:endParaRPr b="0" lang="en-US" sz="1400" spc="-1" strike="noStrike">
              <a:latin typeface="Liberation Sans Narrow"/>
            </a:endParaRPr>
          </a:p>
        </p:txBody>
      </p:sp>
      <p:sp>
        <p:nvSpPr>
          <p:cNvPr id="299" name="PlaceHolder 4"/>
          <p:cNvSpPr>
            <a:spLocks noGrp="1"/>
          </p:cNvSpPr>
          <p:nvPr>
            <p:ph type="dt" idx="37"/>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US" sz="1200" spc="-1" strike="noStrike">
              <a:latin typeface="Liberation Sans Narrow"/>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0" name="PlaceHolder 1"/>
          <p:cNvSpPr>
            <a:spLocks noGrp="1"/>
          </p:cNvSpPr>
          <p:nvPr>
            <p:ph type="sldImg"/>
          </p:nvPr>
        </p:nvSpPr>
        <p:spPr>
          <a:xfrm>
            <a:off x="1150920" y="698400"/>
            <a:ext cx="4651920" cy="3489840"/>
          </a:xfrm>
          <a:prstGeom prst="rect">
            <a:avLst/>
          </a:prstGeom>
          <a:ln w="0">
            <a:noFill/>
          </a:ln>
        </p:spPr>
      </p:sp>
      <p:sp>
        <p:nvSpPr>
          <p:cNvPr id="301"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Autofit/>
          </a:bodyPr>
          <a:p>
            <a:pPr marL="216000" indent="-216000">
              <a:lnSpc>
                <a:spcPct val="100000"/>
              </a:lnSpc>
              <a:buNone/>
              <a:tabLst>
                <a:tab algn="l" pos="0"/>
              </a:tabLst>
            </a:pPr>
            <a:r>
              <a:rPr b="0" lang="en-US" sz="1200" spc="-1" strike="noStrike">
                <a:solidFill>
                  <a:srgbClr val="000000"/>
                </a:solidFill>
                <a:latin typeface="Calibri"/>
                <a:ea typeface="Calibri"/>
              </a:rPr>
              <a:t>Why this is challenging</a:t>
            </a:r>
            <a:endParaRPr b="0" lang="en-US" sz="1200" spc="-1" strike="noStrike">
              <a:latin typeface="Liberation Sans Narrow"/>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lectures are often centered on one or two coherent concepts. </a:t>
            </a:r>
            <a:endParaRPr b="0" lang="en-US" sz="1200" spc="-1" strike="noStrike">
              <a:latin typeface="Liberation Sans Narrow"/>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everything in the lecture is interrelated but it can be divided into main ideas</a:t>
            </a:r>
            <a:endParaRPr b="0" lang="en-US" sz="1200" spc="-1" strike="noStrike">
              <a:latin typeface="Liberation Sans Narrow"/>
            </a:endParaRPr>
          </a:p>
          <a:p>
            <a:pPr marL="216000" indent="-216000">
              <a:lnSpc>
                <a:spcPct val="100000"/>
              </a:lnSpc>
              <a:buNone/>
              <a:tabLst>
                <a:tab algn="l" pos="0"/>
              </a:tabLst>
            </a:pPr>
            <a:r>
              <a:rPr b="0" lang="en-US" sz="1200" spc="-1" strike="noStrike">
                <a:solidFill>
                  <a:srgbClr val="000000"/>
                </a:solidFill>
                <a:latin typeface="Calibri"/>
                <a:ea typeface="Calibri"/>
              </a:rPr>
              <a:t>Why should I care about this</a:t>
            </a:r>
            <a:endParaRPr b="0" lang="en-US" sz="1200" spc="-1" strike="noStrike">
              <a:latin typeface="Liberation Sans Narrow"/>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Not only will it lead to more organized notes for you to study from, but it’s a mental exercise in compartmentalizing information</a:t>
            </a:r>
            <a:endParaRPr b="0" lang="en-US" sz="1200" spc="-1" strike="noStrike">
              <a:latin typeface="Liberation Sans Narrow"/>
            </a:endParaRPr>
          </a:p>
          <a:p>
            <a:pPr marL="216000" indent="-216000">
              <a:lnSpc>
                <a:spcPct val="100000"/>
              </a:lnSpc>
              <a:buNone/>
              <a:tabLst>
                <a:tab algn="l" pos="0"/>
              </a:tabLst>
            </a:pPr>
            <a:r>
              <a:rPr b="0" lang="en-US" sz="1200" spc="-1" strike="noStrike">
                <a:solidFill>
                  <a:srgbClr val="000000"/>
                </a:solidFill>
                <a:latin typeface="Calibri"/>
                <a:ea typeface="Calibri"/>
              </a:rPr>
              <a:t>How you do this</a:t>
            </a:r>
            <a:endParaRPr b="0" lang="en-US" sz="1200" spc="-1" strike="noStrike">
              <a:latin typeface="Liberation Sans Narrow"/>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it takes practice, and it involves getting used to the professor’s lecturing style</a:t>
            </a:r>
            <a:endParaRPr b="0" lang="en-US" sz="1200" spc="-1" strike="noStrike">
              <a:latin typeface="Liberation Sans Narrow"/>
            </a:endParaRPr>
          </a:p>
        </p:txBody>
      </p:sp>
      <p:sp>
        <p:nvSpPr>
          <p:cNvPr id="302" name="PlaceHolder 3"/>
          <p:cNvSpPr>
            <a:spLocks noGrp="1"/>
          </p:cNvSpPr>
          <p:nvPr>
            <p:ph type="sldNum" idx="38"/>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33F98D71-6928-42E7-BA24-6E9193C469BE}" type="slidenum">
              <a:rPr b="0" lang="en-US" sz="1400" spc="-1" strike="noStrike">
                <a:latin typeface="Times New Roman"/>
              </a:rPr>
              <a:t>&lt;number&gt;</a:t>
            </a:fld>
            <a:endParaRPr b="0" lang="en-US" sz="1400" spc="-1" strike="noStrike">
              <a:latin typeface="Liberation Sans Narrow"/>
            </a:endParaRPr>
          </a:p>
        </p:txBody>
      </p:sp>
      <p:sp>
        <p:nvSpPr>
          <p:cNvPr id="303" name="PlaceHolder 4"/>
          <p:cNvSpPr>
            <a:spLocks noGrp="1"/>
          </p:cNvSpPr>
          <p:nvPr>
            <p:ph type="dt" idx="39"/>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US" sz="1200" spc="-1" strike="noStrike">
              <a:latin typeface="Liberation Sans Narrow"/>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4" name="PlaceHolder 1"/>
          <p:cNvSpPr>
            <a:spLocks noGrp="1"/>
          </p:cNvSpPr>
          <p:nvPr>
            <p:ph type="sldImg"/>
          </p:nvPr>
        </p:nvSpPr>
        <p:spPr>
          <a:xfrm>
            <a:off x="1150920" y="698400"/>
            <a:ext cx="4651920" cy="3489840"/>
          </a:xfrm>
          <a:prstGeom prst="rect">
            <a:avLst/>
          </a:prstGeom>
          <a:ln w="0">
            <a:noFill/>
          </a:ln>
        </p:spPr>
      </p:sp>
      <p:sp>
        <p:nvSpPr>
          <p:cNvPr id="305"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Autofit/>
          </a:bodyPr>
          <a:p>
            <a:pPr marL="216000" indent="-216000">
              <a:lnSpc>
                <a:spcPct val="100000"/>
              </a:lnSpc>
              <a:buNone/>
              <a:tabLst>
                <a:tab algn="l" pos="0"/>
              </a:tabLst>
            </a:pPr>
            <a:r>
              <a:rPr b="0" lang="en-US" sz="1200" spc="-1" strike="noStrike">
                <a:solidFill>
                  <a:srgbClr val="000000"/>
                </a:solidFill>
                <a:latin typeface="Calibri"/>
                <a:ea typeface="Calibri"/>
              </a:rPr>
              <a:t>Many students struggle keeping up with a professor</a:t>
            </a:r>
            <a:endParaRPr b="0" lang="en-US" sz="1200" spc="-1" strike="noStrike">
              <a:latin typeface="Liberation Sans Narrow"/>
            </a:endParaRPr>
          </a:p>
          <a:p>
            <a:pPr marL="216000" indent="-216000">
              <a:lnSpc>
                <a:spcPct val="100000"/>
              </a:lnSpc>
              <a:buNone/>
              <a:tabLst>
                <a:tab algn="l" pos="0"/>
              </a:tabLst>
            </a:pPr>
            <a:r>
              <a:rPr b="0" lang="en-US" sz="1200" spc="-1" strike="noStrike">
                <a:solidFill>
                  <a:srgbClr val="000000"/>
                </a:solidFill>
                <a:latin typeface="Calibri"/>
                <a:ea typeface="Calibri"/>
              </a:rPr>
              <a:t>Abbreviations</a:t>
            </a:r>
            <a:endParaRPr b="0" lang="en-US" sz="1200" spc="-1" strike="noStrike">
              <a:latin typeface="Liberation Sans Narrow"/>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it’s ok to make up your own, as long as you know what they stand for</a:t>
            </a:r>
            <a:endParaRPr b="0" lang="en-US" sz="1200" spc="-1" strike="noStrike">
              <a:latin typeface="Liberation Sans Narrow"/>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using consistent ones can help</a:t>
            </a:r>
            <a:endParaRPr b="0" lang="en-US" sz="1200" spc="-1" strike="noStrike">
              <a:latin typeface="Liberation Sans Narrow"/>
            </a:endParaRPr>
          </a:p>
          <a:p>
            <a:pPr marL="216000" indent="-216000">
              <a:lnSpc>
                <a:spcPct val="100000"/>
              </a:lnSpc>
              <a:buNone/>
              <a:tabLst>
                <a:tab algn="l" pos="0"/>
              </a:tabLst>
            </a:pPr>
            <a:endParaRPr b="0" lang="en-US" sz="1200" spc="-1" strike="noStrike">
              <a:latin typeface="Liberation Sans Narrow"/>
            </a:endParaRPr>
          </a:p>
          <a:p>
            <a:pPr marL="216000" indent="-216000">
              <a:lnSpc>
                <a:spcPct val="100000"/>
              </a:lnSpc>
              <a:buNone/>
              <a:tabLst>
                <a:tab algn="l" pos="0"/>
              </a:tabLst>
            </a:pPr>
            <a:endParaRPr b="0" lang="en-US" sz="1200" spc="-1" strike="noStrike">
              <a:latin typeface="Liberation Sans Narrow"/>
            </a:endParaRPr>
          </a:p>
        </p:txBody>
      </p:sp>
      <p:sp>
        <p:nvSpPr>
          <p:cNvPr id="306" name="PlaceHolder 3"/>
          <p:cNvSpPr>
            <a:spLocks noGrp="1"/>
          </p:cNvSpPr>
          <p:nvPr>
            <p:ph type="sldNum" idx="40"/>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D0C9391C-064D-4AD9-9929-1F5EB0673A68}" type="slidenum">
              <a:rPr b="0" lang="en-US" sz="1400" spc="-1" strike="noStrike">
                <a:latin typeface="Times New Roman"/>
              </a:rPr>
              <a:t>&lt;number&gt;</a:t>
            </a:fld>
            <a:endParaRPr b="0" lang="en-US" sz="1400" spc="-1" strike="noStrike">
              <a:latin typeface="Liberation Sans Narrow"/>
            </a:endParaRPr>
          </a:p>
        </p:txBody>
      </p:sp>
      <p:sp>
        <p:nvSpPr>
          <p:cNvPr id="307" name="PlaceHolder 4"/>
          <p:cNvSpPr>
            <a:spLocks noGrp="1"/>
          </p:cNvSpPr>
          <p:nvPr>
            <p:ph type="dt" idx="41"/>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US" sz="1200" spc="-1" strike="noStrike">
              <a:latin typeface="Liberation Sans Narrow"/>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8" name="PlaceHolder 1"/>
          <p:cNvSpPr>
            <a:spLocks noGrp="1"/>
          </p:cNvSpPr>
          <p:nvPr>
            <p:ph type="sldImg"/>
          </p:nvPr>
        </p:nvSpPr>
        <p:spPr>
          <a:xfrm>
            <a:off x="1150920" y="698400"/>
            <a:ext cx="4651920" cy="3489840"/>
          </a:xfrm>
          <a:prstGeom prst="rect">
            <a:avLst/>
          </a:prstGeom>
          <a:ln w="0">
            <a:noFill/>
          </a:ln>
        </p:spPr>
      </p:sp>
      <p:sp>
        <p:nvSpPr>
          <p:cNvPr id="309"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Autofit/>
          </a:bodyPr>
          <a:p>
            <a:pPr marL="216000" indent="-216000">
              <a:lnSpc>
                <a:spcPct val="100000"/>
              </a:lnSpc>
              <a:buNone/>
              <a:tabLst>
                <a:tab algn="l" pos="0"/>
              </a:tabLst>
            </a:pPr>
            <a:r>
              <a:rPr b="0" lang="en-US" sz="1200" spc="-1" strike="noStrike">
                <a:solidFill>
                  <a:srgbClr val="000000"/>
                </a:solidFill>
                <a:latin typeface="Calibri"/>
                <a:ea typeface="Calibri"/>
              </a:rPr>
              <a:t>Challenge of doing two things at once</a:t>
            </a:r>
            <a:endParaRPr b="0" lang="en-US" sz="1200" spc="-1" strike="noStrike">
              <a:latin typeface="Liberation Sans Narrow"/>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listening and thinking while taking notes can be difficult</a:t>
            </a:r>
            <a:endParaRPr b="0" lang="en-US" sz="1200" spc="-1" strike="noStrike">
              <a:latin typeface="Liberation Sans Narrow"/>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it takes practice</a:t>
            </a:r>
            <a:endParaRPr b="0" lang="en-US" sz="1200" spc="-1" strike="noStrike">
              <a:latin typeface="Liberation Sans Narrow"/>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doing reading beforehand is essential because then you know the areas you are confused on. You can focus your attention on these areas and ask questions</a:t>
            </a:r>
            <a:endParaRPr b="0" lang="en-US" sz="1200" spc="-1" strike="noStrike">
              <a:latin typeface="Liberation Sans Narrow"/>
            </a:endParaRPr>
          </a:p>
          <a:p>
            <a:pPr marL="216000" indent="-216000">
              <a:lnSpc>
                <a:spcPct val="100000"/>
              </a:lnSpc>
              <a:buNone/>
              <a:tabLst>
                <a:tab algn="l" pos="0"/>
              </a:tabLst>
            </a:pPr>
            <a:r>
              <a:rPr b="0" lang="en-US" sz="1200" spc="-1" strike="noStrike">
                <a:solidFill>
                  <a:srgbClr val="000000"/>
                </a:solidFill>
                <a:latin typeface="Calibri"/>
                <a:ea typeface="Calibri"/>
              </a:rPr>
              <a:t>Talk to your professor</a:t>
            </a:r>
            <a:endParaRPr b="0" lang="en-US" sz="1200" spc="-1" strike="noStrike">
              <a:latin typeface="Liberation Sans Narrow"/>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Ask him/her to provide you with an outline ahead of time, set up your notes ahead of time</a:t>
            </a:r>
            <a:endParaRPr b="0" lang="en-US" sz="1200" spc="-1" strike="noStrike">
              <a:latin typeface="Liberation Sans Narrow"/>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Ask for copies of PowerPoint slides</a:t>
            </a:r>
            <a:endParaRPr b="0" lang="en-US" sz="1200" spc="-1" strike="noStrike">
              <a:latin typeface="Liberation Sans Narrow"/>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Ask for tips and advice!</a:t>
            </a:r>
            <a:endParaRPr b="0" lang="en-US" sz="1200" spc="-1" strike="noStrike">
              <a:latin typeface="Liberation Sans Narrow"/>
            </a:endParaRPr>
          </a:p>
          <a:p>
            <a:pPr marL="216000" indent="-216000">
              <a:lnSpc>
                <a:spcPct val="100000"/>
              </a:lnSpc>
              <a:buNone/>
              <a:tabLst>
                <a:tab algn="l" pos="0"/>
              </a:tabLst>
            </a:pPr>
            <a:r>
              <a:rPr b="0" lang="en-US" sz="1200" spc="-1" strike="noStrike">
                <a:solidFill>
                  <a:srgbClr val="000000"/>
                </a:solidFill>
                <a:latin typeface="Calibri"/>
                <a:ea typeface="Calibri"/>
              </a:rPr>
              <a:t>This can be especially challenging for students with disabilities, but there are accommodations that can help you with this if you feel your disability is presenting challenges with note taking</a:t>
            </a:r>
            <a:endParaRPr b="0" lang="en-US" sz="1200" spc="-1" strike="noStrike">
              <a:latin typeface="Liberation Sans Narrow"/>
            </a:endParaRPr>
          </a:p>
        </p:txBody>
      </p:sp>
      <p:sp>
        <p:nvSpPr>
          <p:cNvPr id="310" name="PlaceHolder 3"/>
          <p:cNvSpPr>
            <a:spLocks noGrp="1"/>
          </p:cNvSpPr>
          <p:nvPr>
            <p:ph type="sldNum" idx="42"/>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BDB6D7B4-227E-4C27-859A-A6F72D7F8AB1}" type="slidenum">
              <a:rPr b="0" lang="en-US" sz="1400" spc="-1" strike="noStrike">
                <a:latin typeface="Times New Roman"/>
              </a:rPr>
              <a:t>&lt;number&gt;</a:t>
            </a:fld>
            <a:endParaRPr b="0" lang="en-US" sz="1400" spc="-1" strike="noStrike">
              <a:latin typeface="Liberation Sans Narrow"/>
            </a:endParaRPr>
          </a:p>
        </p:txBody>
      </p:sp>
      <p:sp>
        <p:nvSpPr>
          <p:cNvPr id="311" name="PlaceHolder 4"/>
          <p:cNvSpPr>
            <a:spLocks noGrp="1"/>
          </p:cNvSpPr>
          <p:nvPr>
            <p:ph type="dt" idx="43"/>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US" sz="1200" spc="-1" strike="noStrike">
              <a:latin typeface="Liberation Sans Narrow"/>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2" name="PlaceHolder 1"/>
          <p:cNvSpPr>
            <a:spLocks noGrp="1"/>
          </p:cNvSpPr>
          <p:nvPr>
            <p:ph type="sldImg"/>
          </p:nvPr>
        </p:nvSpPr>
        <p:spPr>
          <a:xfrm>
            <a:off x="1150920" y="698400"/>
            <a:ext cx="4651920" cy="3489840"/>
          </a:xfrm>
          <a:prstGeom prst="rect">
            <a:avLst/>
          </a:prstGeom>
          <a:ln w="0">
            <a:noFill/>
          </a:ln>
        </p:spPr>
      </p:sp>
      <p:sp>
        <p:nvSpPr>
          <p:cNvPr id="313"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rmAutofit/>
          </a:bodyPr>
          <a:p>
            <a:pPr marL="216000" indent="-216000">
              <a:lnSpc>
                <a:spcPct val="100000"/>
              </a:lnSpc>
              <a:buNone/>
              <a:tabLst>
                <a:tab algn="l" pos="0"/>
              </a:tabLst>
            </a:pPr>
            <a:r>
              <a:rPr b="0" lang="en-US" sz="1200" spc="-1" strike="noStrike">
                <a:solidFill>
                  <a:srgbClr val="000000"/>
                </a:solidFill>
                <a:latin typeface="Calibri"/>
                <a:ea typeface="Calibri"/>
              </a:rPr>
              <a:t>Go to website and show video</a:t>
            </a:r>
            <a:endParaRPr b="0" lang="en-US" sz="1200" spc="-1" strike="noStrike">
              <a:latin typeface="Liberation Sans Narrow"/>
            </a:endParaRPr>
          </a:p>
        </p:txBody>
      </p:sp>
      <p:sp>
        <p:nvSpPr>
          <p:cNvPr id="314" name="PlaceHolder 3"/>
          <p:cNvSpPr>
            <a:spLocks noGrp="1"/>
          </p:cNvSpPr>
          <p:nvPr>
            <p:ph type="sldNum" idx="44"/>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8BD6499D-AB7D-449A-85D7-C5705B6A8656}" type="slidenum">
              <a:rPr b="0" lang="en-US" sz="1400" spc="-1" strike="noStrike">
                <a:latin typeface="Times New Roman"/>
              </a:rPr>
              <a:t>&lt;number&gt;</a:t>
            </a:fld>
            <a:endParaRPr b="0" lang="en-US" sz="1400" spc="-1" strike="noStrike">
              <a:latin typeface="Liberation Sans Narrow"/>
            </a:endParaRPr>
          </a:p>
        </p:txBody>
      </p:sp>
      <p:sp>
        <p:nvSpPr>
          <p:cNvPr id="315" name="PlaceHolder 4"/>
          <p:cNvSpPr>
            <a:spLocks noGrp="1"/>
          </p:cNvSpPr>
          <p:nvPr>
            <p:ph type="dt" idx="45"/>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US" sz="1200" spc="-1" strike="noStrike">
              <a:latin typeface="Liberation Sans Narrow"/>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6" name="PlaceHolder 1"/>
          <p:cNvSpPr>
            <a:spLocks noGrp="1"/>
          </p:cNvSpPr>
          <p:nvPr>
            <p:ph type="sldImg"/>
          </p:nvPr>
        </p:nvSpPr>
        <p:spPr>
          <a:xfrm>
            <a:off x="1150920" y="698400"/>
            <a:ext cx="4651920" cy="3489840"/>
          </a:xfrm>
          <a:prstGeom prst="rect">
            <a:avLst/>
          </a:prstGeom>
          <a:ln w="0">
            <a:noFill/>
          </a:ln>
        </p:spPr>
      </p:sp>
      <p:sp>
        <p:nvSpPr>
          <p:cNvPr id="317"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Autofit/>
          </a:bodyPr>
          <a:p>
            <a:pPr marL="216000" indent="-216000">
              <a:lnSpc>
                <a:spcPct val="100000"/>
              </a:lnSpc>
              <a:buNone/>
              <a:tabLst>
                <a:tab algn="l" pos="0"/>
              </a:tabLst>
            </a:pPr>
            <a:r>
              <a:rPr b="0" lang="en-US" sz="1200" spc="-1" strike="noStrike">
                <a:solidFill>
                  <a:srgbClr val="000000"/>
                </a:solidFill>
                <a:latin typeface="Calibri"/>
                <a:ea typeface="Calibri"/>
              </a:rPr>
              <a:t>Your own ability</a:t>
            </a:r>
            <a:endParaRPr b="0" lang="en-US" sz="1200" spc="-1" strike="noStrike">
              <a:latin typeface="Liberation Sans Narrow"/>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if you have no problems with this, write down as much as you can</a:t>
            </a:r>
            <a:endParaRPr b="0" lang="en-US" sz="1200" spc="-1" strike="noStrike">
              <a:latin typeface="Liberation Sans Narrow"/>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Generally, the more information you can get the better because you can use this for essays and other assignments. When studying, it is easier to choose not to study every detail in your notes than it is to go look up more information.  However, you want to still be able to process the information you are writing. </a:t>
            </a:r>
            <a:endParaRPr b="0" lang="en-US" sz="1200" spc="-1" strike="noStrike">
              <a:latin typeface="Liberation Sans Narrow"/>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If this is something you have trouble with, focus on main ideas</a:t>
            </a:r>
            <a:endParaRPr b="0" lang="en-US" sz="1200" spc="-1" strike="noStrike">
              <a:latin typeface="Liberation Sans Narrow"/>
            </a:endParaRPr>
          </a:p>
          <a:p>
            <a:pPr marL="216000" indent="-216000">
              <a:lnSpc>
                <a:spcPct val="100000"/>
              </a:lnSpc>
              <a:buNone/>
              <a:tabLst>
                <a:tab algn="l" pos="0"/>
              </a:tabLst>
            </a:pPr>
            <a:r>
              <a:rPr b="0" lang="en-US" sz="1200" spc="-1" strike="noStrike">
                <a:solidFill>
                  <a:srgbClr val="000000"/>
                </a:solidFill>
                <a:latin typeface="Calibri"/>
                <a:ea typeface="Calibri"/>
              </a:rPr>
              <a:t>pulse pen or voice recorder? </a:t>
            </a:r>
            <a:endParaRPr b="0" lang="en-US" sz="1200" spc="-1" strike="noStrike">
              <a:latin typeface="Liberation Sans Narrow"/>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Focus on main ideas as well</a:t>
            </a:r>
            <a:endParaRPr b="0" lang="en-US" sz="1200" spc="-1" strike="noStrike">
              <a:latin typeface="Liberation Sans Narrow"/>
            </a:endParaRPr>
          </a:p>
          <a:p>
            <a:pPr marL="216000" indent="-216000">
              <a:lnSpc>
                <a:spcPct val="100000"/>
              </a:lnSpc>
              <a:buNone/>
              <a:tabLst>
                <a:tab algn="l" pos="0"/>
              </a:tabLst>
            </a:pPr>
            <a:r>
              <a:rPr b="0" lang="en-US" sz="1200" spc="-1" strike="noStrike">
                <a:solidFill>
                  <a:srgbClr val="000000"/>
                </a:solidFill>
                <a:latin typeface="Calibri"/>
                <a:ea typeface="Calibri"/>
              </a:rPr>
              <a:t>ppt slides</a:t>
            </a:r>
            <a:endParaRPr b="0" lang="en-US" sz="1200" spc="-1" strike="noStrike">
              <a:latin typeface="Liberation Sans Narrow"/>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do not rewrite down what they already gave you</a:t>
            </a:r>
            <a:endParaRPr b="0" lang="en-US" sz="1200" spc="-1" strike="noStrike">
              <a:latin typeface="Liberation Sans Narrow"/>
            </a:endParaRPr>
          </a:p>
          <a:p>
            <a:pPr marL="216000" indent="-216000">
              <a:lnSpc>
                <a:spcPct val="100000"/>
              </a:lnSpc>
              <a:buNone/>
              <a:tabLst>
                <a:tab algn="l" pos="0"/>
              </a:tabLst>
            </a:pPr>
            <a:r>
              <a:rPr b="0" lang="en-US" sz="1200" spc="-1" strike="noStrike">
                <a:solidFill>
                  <a:srgbClr val="000000"/>
                </a:solidFill>
                <a:latin typeface="Calibri"/>
                <a:ea typeface="Calibri"/>
              </a:rPr>
              <a:t>Is this something you’ve studied before?</a:t>
            </a:r>
            <a:endParaRPr b="0" lang="en-US" sz="1200" spc="-1" strike="noStrike">
              <a:latin typeface="Liberation Sans Narrow"/>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write down new information</a:t>
            </a:r>
            <a:endParaRPr b="0" lang="en-US" sz="1200" spc="-1" strike="noStrike">
              <a:latin typeface="Liberation Sans Narrow"/>
            </a:endParaRPr>
          </a:p>
          <a:p>
            <a:pPr marL="216000" indent="-216000">
              <a:lnSpc>
                <a:spcPct val="100000"/>
              </a:lnSpc>
              <a:buNone/>
              <a:tabLst>
                <a:tab algn="l" pos="0"/>
              </a:tabLst>
            </a:pPr>
            <a:r>
              <a:rPr b="0" lang="en-US" sz="1200" spc="-1" strike="noStrike">
                <a:solidFill>
                  <a:srgbClr val="000000"/>
                </a:solidFill>
                <a:latin typeface="Calibri"/>
                <a:ea typeface="Calibri"/>
              </a:rPr>
              <a:t>Confused?</a:t>
            </a:r>
            <a:endParaRPr b="0" lang="en-US" sz="1200" spc="-1" strike="noStrike">
              <a:latin typeface="Liberation Sans Narrow"/>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may want to write down everything your professor says, go back and read it later to see if it clears everything up</a:t>
            </a:r>
            <a:endParaRPr b="0" lang="en-US" sz="1200" spc="-1" strike="noStrike">
              <a:latin typeface="Liberation Sans Narrow"/>
            </a:endParaRPr>
          </a:p>
        </p:txBody>
      </p:sp>
      <p:sp>
        <p:nvSpPr>
          <p:cNvPr id="318" name="PlaceHolder 3"/>
          <p:cNvSpPr>
            <a:spLocks noGrp="1"/>
          </p:cNvSpPr>
          <p:nvPr>
            <p:ph type="sldNum" idx="46"/>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AE6393CB-7F57-4408-8048-BD7D4D0FDBDE}" type="slidenum">
              <a:rPr b="0" lang="en-US" sz="1400" spc="-1" strike="noStrike">
                <a:latin typeface="Times New Roman"/>
              </a:rPr>
              <a:t>&lt;number&gt;</a:t>
            </a:fld>
            <a:endParaRPr b="0" lang="en-US" sz="1400" spc="-1" strike="noStrike">
              <a:latin typeface="Liberation Sans Narrow"/>
            </a:endParaRPr>
          </a:p>
        </p:txBody>
      </p:sp>
      <p:sp>
        <p:nvSpPr>
          <p:cNvPr id="319" name="PlaceHolder 4"/>
          <p:cNvSpPr>
            <a:spLocks noGrp="1"/>
          </p:cNvSpPr>
          <p:nvPr>
            <p:ph type="dt" idx="47"/>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US" sz="1200" spc="-1" strike="noStrike">
              <a:latin typeface="Liberation Sans Narrow"/>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0" name="PlaceHolder 1"/>
          <p:cNvSpPr>
            <a:spLocks noGrp="1"/>
          </p:cNvSpPr>
          <p:nvPr>
            <p:ph type="sldImg"/>
          </p:nvPr>
        </p:nvSpPr>
        <p:spPr>
          <a:xfrm>
            <a:off x="1150920" y="698400"/>
            <a:ext cx="4651920" cy="3489840"/>
          </a:xfrm>
          <a:prstGeom prst="rect">
            <a:avLst/>
          </a:prstGeom>
          <a:ln w="0">
            <a:noFill/>
          </a:ln>
        </p:spPr>
      </p:sp>
      <p:sp>
        <p:nvSpPr>
          <p:cNvPr id="321"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Autofit/>
          </a:bodyPr>
          <a:p>
            <a:pPr marL="216000" indent="-216000">
              <a:lnSpc>
                <a:spcPct val="100000"/>
              </a:lnSpc>
              <a:buNone/>
              <a:tabLst>
                <a:tab algn="l" pos="0"/>
              </a:tabLst>
            </a:pPr>
            <a:r>
              <a:rPr b="0" lang="en-US" sz="1200" spc="-1" strike="noStrike">
                <a:solidFill>
                  <a:srgbClr val="000000"/>
                </a:solidFill>
                <a:latin typeface="Calibri"/>
                <a:ea typeface="Calibri"/>
              </a:rPr>
              <a:t>Put question marks next to areas you are confused on</a:t>
            </a:r>
            <a:endParaRPr b="0" lang="en-US" sz="1200" spc="-1" strike="noStrike">
              <a:latin typeface="Liberation Sans Narrow"/>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then look it up in your book, ask your tutor, or talk to your professor</a:t>
            </a:r>
            <a:endParaRPr b="0" lang="en-US" sz="1200" spc="-1" strike="noStrike">
              <a:latin typeface="Liberation Sans Narrow"/>
            </a:endParaRPr>
          </a:p>
        </p:txBody>
      </p:sp>
      <p:sp>
        <p:nvSpPr>
          <p:cNvPr id="322" name="PlaceHolder 3"/>
          <p:cNvSpPr>
            <a:spLocks noGrp="1"/>
          </p:cNvSpPr>
          <p:nvPr>
            <p:ph type="sldNum" idx="48"/>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0479AEAC-124D-4FC0-B46A-D73A0D96F5FE}" type="slidenum">
              <a:rPr b="0" lang="en-US" sz="1400" spc="-1" strike="noStrike">
                <a:latin typeface="Times New Roman"/>
              </a:rPr>
              <a:t>&lt;number&gt;</a:t>
            </a:fld>
            <a:endParaRPr b="0" lang="en-US" sz="1400" spc="-1" strike="noStrike">
              <a:latin typeface="Liberation Sans Narrow"/>
            </a:endParaRPr>
          </a:p>
        </p:txBody>
      </p:sp>
      <p:sp>
        <p:nvSpPr>
          <p:cNvPr id="323" name="PlaceHolder 4"/>
          <p:cNvSpPr>
            <a:spLocks noGrp="1"/>
          </p:cNvSpPr>
          <p:nvPr>
            <p:ph type="dt" idx="49"/>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US" sz="1200" spc="-1" strike="noStrike">
              <a:latin typeface="Liberation Sans Narrow"/>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4" name="PlaceHolder 1"/>
          <p:cNvSpPr>
            <a:spLocks noGrp="1"/>
          </p:cNvSpPr>
          <p:nvPr>
            <p:ph type="sldImg"/>
          </p:nvPr>
        </p:nvSpPr>
        <p:spPr>
          <a:xfrm>
            <a:off x="1150920" y="698400"/>
            <a:ext cx="4651920" cy="3489840"/>
          </a:xfrm>
          <a:prstGeom prst="rect">
            <a:avLst/>
          </a:prstGeom>
          <a:ln w="0">
            <a:noFill/>
          </a:ln>
        </p:spPr>
      </p:sp>
      <p:sp>
        <p:nvSpPr>
          <p:cNvPr id="325"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Autofit/>
          </a:bodyPr>
          <a:p>
            <a:pPr marL="466560" indent="-216000">
              <a:lnSpc>
                <a:spcPct val="100000"/>
              </a:lnSpc>
              <a:buNone/>
              <a:tabLst>
                <a:tab algn="l" pos="0"/>
              </a:tabLst>
            </a:pPr>
            <a:r>
              <a:rPr b="0" lang="en-US" sz="1200" spc="-1" strike="noStrike">
                <a:solidFill>
                  <a:srgbClr val="000000"/>
                </a:solidFill>
                <a:latin typeface="Calibri"/>
                <a:ea typeface="Calibri"/>
              </a:rPr>
              <a:t>For the Over-zealous note taker</a:t>
            </a:r>
            <a:endParaRPr b="0" lang="en-US" sz="1200" spc="-1" strike="noStrike">
              <a:latin typeface="Liberation Sans Narrow"/>
            </a:endParaRPr>
          </a:p>
          <a:p>
            <a:pPr marL="46656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underline the most important parts of each section.</a:t>
            </a:r>
            <a:endParaRPr b="0" lang="en-US" sz="1200" spc="-1" strike="noStrike">
              <a:latin typeface="Liberation Sans Narrow"/>
            </a:endParaRPr>
          </a:p>
          <a:p>
            <a:pPr marL="466560" indent="-216000">
              <a:lnSpc>
                <a:spcPct val="100000"/>
              </a:lnSpc>
              <a:buNone/>
              <a:tabLst>
                <a:tab algn="l" pos="0"/>
              </a:tabLst>
            </a:pPr>
            <a:r>
              <a:rPr b="0" lang="en-US" sz="1200" spc="-1" strike="noStrike">
                <a:solidFill>
                  <a:srgbClr val="000000"/>
                </a:solidFill>
                <a:latin typeface="Calibri"/>
                <a:ea typeface="Calibri"/>
              </a:rPr>
              <a:t>For the Over-burdened note taker</a:t>
            </a:r>
            <a:endParaRPr b="0" lang="en-US" sz="1200" spc="-1" strike="noStrike">
              <a:latin typeface="Liberation Sans Narrow"/>
            </a:endParaRPr>
          </a:p>
          <a:p>
            <a:pPr marL="46656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compare notes with a classmate. </a:t>
            </a:r>
            <a:endParaRPr b="0" lang="en-US" sz="1200" spc="-1" strike="noStrike">
              <a:latin typeface="Liberation Sans Narrow"/>
            </a:endParaRPr>
          </a:p>
          <a:p>
            <a:pPr marL="457200" indent="-216000">
              <a:lnSpc>
                <a:spcPct val="100000"/>
              </a:lnSpc>
              <a:buNone/>
              <a:tabLst>
                <a:tab algn="l" pos="0"/>
              </a:tabLst>
            </a:pPr>
            <a:r>
              <a:rPr b="0" lang="en-US" sz="1100" spc="-1" strike="noStrike">
                <a:solidFill>
                  <a:srgbClr val="000000"/>
                </a:solidFill>
                <a:latin typeface="Calibri"/>
                <a:ea typeface="Calibri"/>
              </a:rPr>
              <a:t>Accommodations</a:t>
            </a:r>
            <a:endParaRPr b="0" lang="en-US" sz="1100" spc="-1" strike="noStrike">
              <a:latin typeface="Liberation Sans Narrow"/>
            </a:endParaRPr>
          </a:p>
          <a:p>
            <a:pPr marL="457200" indent="-216000">
              <a:lnSpc>
                <a:spcPct val="100000"/>
              </a:lnSpc>
              <a:buNone/>
              <a:tabLst>
                <a:tab algn="l" pos="0"/>
              </a:tabLst>
            </a:pPr>
            <a:r>
              <a:rPr b="0" lang="en-US" sz="1100" spc="-1" strike="noStrike">
                <a:solidFill>
                  <a:srgbClr val="000000"/>
                </a:solidFill>
                <a:latin typeface="Calibri"/>
                <a:ea typeface="Calibri"/>
              </a:rPr>
              <a:t>	</a:t>
            </a:r>
            <a:r>
              <a:rPr b="0" lang="en-US" sz="1100" spc="-1" strike="noStrike">
                <a:solidFill>
                  <a:srgbClr val="000000"/>
                </a:solidFill>
                <a:latin typeface="Calibri"/>
                <a:ea typeface="Calibri"/>
              </a:rPr>
              <a:t>- </a:t>
            </a:r>
            <a:r>
              <a:rPr b="0" lang="en-US" sz="1200" spc="-1" strike="noStrike">
                <a:solidFill>
                  <a:srgbClr val="000000"/>
                </a:solidFill>
                <a:latin typeface="Calibri"/>
                <a:ea typeface="Calibri"/>
              </a:rPr>
              <a:t>listen to your recordings, look at your note takers’ information and compare to your notes. Fill in other things you remember that they missed.</a:t>
            </a:r>
            <a:endParaRPr b="0" lang="en-US" sz="1200" spc="-1" strike="noStrike">
              <a:latin typeface="Liberation Sans Narrow"/>
            </a:endParaRPr>
          </a:p>
        </p:txBody>
      </p:sp>
      <p:sp>
        <p:nvSpPr>
          <p:cNvPr id="326" name="PlaceHolder 3"/>
          <p:cNvSpPr>
            <a:spLocks noGrp="1"/>
          </p:cNvSpPr>
          <p:nvPr>
            <p:ph type="sldNum" idx="50"/>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C7456A58-0EEA-4131-8890-AB71DB0438F4}" type="slidenum">
              <a:rPr b="0" lang="en-US" sz="1400" spc="-1" strike="noStrike">
                <a:latin typeface="Times New Roman"/>
              </a:rPr>
              <a:t>&lt;number&gt;</a:t>
            </a:fld>
            <a:endParaRPr b="0" lang="en-US" sz="1400" spc="-1" strike="noStrike">
              <a:latin typeface="Liberation Sans Narrow"/>
            </a:endParaRPr>
          </a:p>
        </p:txBody>
      </p:sp>
      <p:sp>
        <p:nvSpPr>
          <p:cNvPr id="327" name="PlaceHolder 4"/>
          <p:cNvSpPr>
            <a:spLocks noGrp="1"/>
          </p:cNvSpPr>
          <p:nvPr>
            <p:ph type="dt" idx="51"/>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US" sz="1200" spc="-1" strike="noStrike">
              <a:latin typeface="Liberation Sans Narrow"/>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8" name="PlaceHolder 1"/>
          <p:cNvSpPr>
            <a:spLocks noGrp="1"/>
          </p:cNvSpPr>
          <p:nvPr>
            <p:ph type="sldImg"/>
          </p:nvPr>
        </p:nvSpPr>
        <p:spPr>
          <a:xfrm>
            <a:off x="1150920" y="698400"/>
            <a:ext cx="4651920" cy="3489840"/>
          </a:xfrm>
          <a:prstGeom prst="rect">
            <a:avLst/>
          </a:prstGeom>
          <a:ln w="0">
            <a:noFill/>
          </a:ln>
        </p:spPr>
      </p:sp>
      <p:sp>
        <p:nvSpPr>
          <p:cNvPr id="329"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rmAutofit/>
          </a:bodyPr>
          <a:p>
            <a:endParaRPr b="0" lang="en-US" sz="2000" spc="-1" strike="noStrike">
              <a:latin typeface="Liberation Sans Narrow"/>
            </a:endParaRPr>
          </a:p>
        </p:txBody>
      </p:sp>
      <p:sp>
        <p:nvSpPr>
          <p:cNvPr id="330" name="PlaceHolder 3"/>
          <p:cNvSpPr>
            <a:spLocks noGrp="1"/>
          </p:cNvSpPr>
          <p:nvPr>
            <p:ph type="sldNum" idx="52"/>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BE4D78FE-7234-4073-89A1-8E0D93E2CA74}" type="slidenum">
              <a:rPr b="0" lang="en-US" sz="1400" spc="-1" strike="noStrike">
                <a:latin typeface="Times New Roman"/>
              </a:rPr>
              <a:t>&lt;number&gt;</a:t>
            </a:fld>
            <a:endParaRPr b="0" lang="en-US" sz="1400" spc="-1" strike="noStrike">
              <a:latin typeface="Liberation Sans Narrow"/>
            </a:endParaRPr>
          </a:p>
        </p:txBody>
      </p:sp>
      <p:sp>
        <p:nvSpPr>
          <p:cNvPr id="331" name="PlaceHolder 4"/>
          <p:cNvSpPr>
            <a:spLocks noGrp="1"/>
          </p:cNvSpPr>
          <p:nvPr>
            <p:ph type="dt" idx="53"/>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US" sz="1200" spc="-1" strike="noStrike">
              <a:latin typeface="Liberation Sans Narrow"/>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2" name="PlaceHolder 1"/>
          <p:cNvSpPr>
            <a:spLocks noGrp="1"/>
          </p:cNvSpPr>
          <p:nvPr>
            <p:ph type="sldImg"/>
          </p:nvPr>
        </p:nvSpPr>
        <p:spPr>
          <a:xfrm>
            <a:off x="1150920" y="698400"/>
            <a:ext cx="4651920" cy="3489840"/>
          </a:xfrm>
          <a:prstGeom prst="rect">
            <a:avLst/>
          </a:prstGeom>
          <a:ln w="0">
            <a:noFill/>
          </a:ln>
        </p:spPr>
      </p:sp>
      <p:sp>
        <p:nvSpPr>
          <p:cNvPr id="333"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Autofit/>
          </a:bodyPr>
          <a:p>
            <a:pPr marL="216000" indent="-216000">
              <a:lnSpc>
                <a:spcPct val="100000"/>
              </a:lnSpc>
              <a:buNone/>
              <a:tabLst>
                <a:tab algn="l" pos="0"/>
              </a:tabLst>
            </a:pPr>
            <a:r>
              <a:rPr b="0" lang="en-US" sz="1200" spc="-1" strike="noStrike">
                <a:solidFill>
                  <a:srgbClr val="000000"/>
                </a:solidFill>
                <a:latin typeface="Calibri"/>
                <a:ea typeface="Calibri"/>
              </a:rPr>
              <a:t>Questions students often have about taking notes from text</a:t>
            </a:r>
            <a:endParaRPr b="0" lang="en-US" sz="1200" spc="-1" strike="noStrike">
              <a:latin typeface="Liberation Sans Narrow"/>
            </a:endParaRPr>
          </a:p>
          <a:p>
            <a:pPr marL="216000" indent="-216000">
              <a:lnSpc>
                <a:spcPct val="100000"/>
              </a:lnSpc>
              <a:buNone/>
              <a:tabLst>
                <a:tab algn="l" pos="0"/>
              </a:tabLst>
            </a:pPr>
            <a:r>
              <a:rPr b="0" lang="en-US" sz="1200" spc="-1" strike="noStrike">
                <a:solidFill>
                  <a:srgbClr val="000000"/>
                </a:solidFill>
                <a:latin typeface="Calibri"/>
                <a:ea typeface="Calibri"/>
              </a:rPr>
              <a:t>What do you fins most challenging about taking notes from text?</a:t>
            </a:r>
            <a:endParaRPr b="0" lang="en-US" sz="1200" spc="-1" strike="noStrike">
              <a:latin typeface="Liberation Sans Narrow"/>
            </a:endParaRPr>
          </a:p>
        </p:txBody>
      </p:sp>
      <p:sp>
        <p:nvSpPr>
          <p:cNvPr id="334" name="PlaceHolder 3"/>
          <p:cNvSpPr>
            <a:spLocks noGrp="1"/>
          </p:cNvSpPr>
          <p:nvPr>
            <p:ph type="sldNum" idx="54"/>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F0A43196-E644-4C4E-A24C-723E79943E87}" type="slidenum">
              <a:rPr b="0" lang="en-US" sz="1400" spc="-1" strike="noStrike">
                <a:latin typeface="Times New Roman"/>
              </a:rPr>
              <a:t>&lt;number&gt;</a:t>
            </a:fld>
            <a:endParaRPr b="0" lang="en-US" sz="1400" spc="-1" strike="noStrike">
              <a:latin typeface="Liberation Sans Narrow"/>
            </a:endParaRPr>
          </a:p>
        </p:txBody>
      </p:sp>
      <p:sp>
        <p:nvSpPr>
          <p:cNvPr id="335" name="PlaceHolder 4"/>
          <p:cNvSpPr>
            <a:spLocks noGrp="1"/>
          </p:cNvSpPr>
          <p:nvPr>
            <p:ph type="dt" idx="55"/>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US" sz="1200" spc="-1" strike="noStrike">
              <a:latin typeface="Liberation Sans Narrow"/>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6" name="PlaceHolder 1"/>
          <p:cNvSpPr>
            <a:spLocks noGrp="1"/>
          </p:cNvSpPr>
          <p:nvPr>
            <p:ph type="sldImg"/>
          </p:nvPr>
        </p:nvSpPr>
        <p:spPr>
          <a:xfrm>
            <a:off x="1150920" y="698400"/>
            <a:ext cx="4651920" cy="3489840"/>
          </a:xfrm>
          <a:prstGeom prst="rect">
            <a:avLst/>
          </a:prstGeom>
          <a:ln w="0">
            <a:noFill/>
          </a:ln>
        </p:spPr>
      </p:sp>
      <p:sp>
        <p:nvSpPr>
          <p:cNvPr id="337"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Autofit/>
          </a:bodyPr>
          <a:p>
            <a:endParaRPr b="0" lang="en-US" sz="2000" spc="-1" strike="noStrike">
              <a:latin typeface="Liberation Sans Narrow"/>
            </a:endParaRPr>
          </a:p>
        </p:txBody>
      </p:sp>
      <p:sp>
        <p:nvSpPr>
          <p:cNvPr id="338" name="PlaceHolder 3"/>
          <p:cNvSpPr>
            <a:spLocks noGrp="1"/>
          </p:cNvSpPr>
          <p:nvPr>
            <p:ph type="sldNum" idx="56"/>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1C3487FE-F804-48D1-AB08-CAD66E7A13D2}" type="slidenum">
              <a:rPr b="0" lang="en-US" sz="1400" spc="-1" strike="noStrike">
                <a:latin typeface="Times New Roman"/>
              </a:rPr>
              <a:t>&lt;number&gt;</a:t>
            </a:fld>
            <a:endParaRPr b="0" lang="en-US" sz="1400" spc="-1" strike="noStrike">
              <a:latin typeface="Liberation Sans Narrow"/>
            </a:endParaRPr>
          </a:p>
        </p:txBody>
      </p:sp>
      <p:sp>
        <p:nvSpPr>
          <p:cNvPr id="339" name="PlaceHolder 4"/>
          <p:cNvSpPr>
            <a:spLocks noGrp="1"/>
          </p:cNvSpPr>
          <p:nvPr>
            <p:ph type="dt" idx="57"/>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US" sz="1200" spc="-1" strike="noStrike">
              <a:latin typeface="Liberation Sans Narrow"/>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0" name="PlaceHolder 1"/>
          <p:cNvSpPr>
            <a:spLocks noGrp="1"/>
          </p:cNvSpPr>
          <p:nvPr>
            <p:ph type="sldImg"/>
          </p:nvPr>
        </p:nvSpPr>
        <p:spPr>
          <a:xfrm>
            <a:off x="1150920" y="698400"/>
            <a:ext cx="4651920" cy="3489840"/>
          </a:xfrm>
          <a:prstGeom prst="rect">
            <a:avLst/>
          </a:prstGeom>
          <a:ln w="0">
            <a:noFill/>
          </a:ln>
        </p:spPr>
      </p:sp>
      <p:sp>
        <p:nvSpPr>
          <p:cNvPr id="341"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Autofit/>
          </a:bodyPr>
          <a:p>
            <a:endParaRPr b="0" lang="en-US" sz="2000" spc="-1" strike="noStrike">
              <a:latin typeface="Liberation Sans Narrow"/>
            </a:endParaRPr>
          </a:p>
        </p:txBody>
      </p:sp>
      <p:sp>
        <p:nvSpPr>
          <p:cNvPr id="342" name="PlaceHolder 3"/>
          <p:cNvSpPr>
            <a:spLocks noGrp="1"/>
          </p:cNvSpPr>
          <p:nvPr>
            <p:ph type="sldNum" idx="58"/>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81F37799-4258-4633-B54F-9CFAB94A9E73}" type="slidenum">
              <a:rPr b="0" lang="en-US" sz="1400" spc="-1" strike="noStrike">
                <a:latin typeface="Times New Roman"/>
              </a:rPr>
              <a:t>&lt;number&gt;</a:t>
            </a:fld>
            <a:endParaRPr b="0" lang="en-US" sz="1400" spc="-1" strike="noStrike">
              <a:latin typeface="Liberation Sans Narrow"/>
            </a:endParaRPr>
          </a:p>
        </p:txBody>
      </p:sp>
      <p:sp>
        <p:nvSpPr>
          <p:cNvPr id="343" name="PlaceHolder 4"/>
          <p:cNvSpPr>
            <a:spLocks noGrp="1"/>
          </p:cNvSpPr>
          <p:nvPr>
            <p:ph type="dt" idx="59"/>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US" sz="1200" spc="-1" strike="noStrike">
              <a:latin typeface="Liberation Sans Narrow"/>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4" name="PlaceHolder 1"/>
          <p:cNvSpPr>
            <a:spLocks noGrp="1"/>
          </p:cNvSpPr>
          <p:nvPr>
            <p:ph type="sldImg"/>
          </p:nvPr>
        </p:nvSpPr>
        <p:spPr>
          <a:xfrm>
            <a:off x="1150920" y="698400"/>
            <a:ext cx="4651920" cy="3489840"/>
          </a:xfrm>
          <a:prstGeom prst="rect">
            <a:avLst/>
          </a:prstGeom>
          <a:ln w="0">
            <a:noFill/>
          </a:ln>
        </p:spPr>
      </p:sp>
      <p:sp>
        <p:nvSpPr>
          <p:cNvPr id="345"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Autofit/>
          </a:bodyPr>
          <a:p>
            <a:endParaRPr b="0" lang="en-US" sz="2000" spc="-1" strike="noStrike">
              <a:latin typeface="Liberation Sans Narrow"/>
            </a:endParaRPr>
          </a:p>
        </p:txBody>
      </p:sp>
      <p:sp>
        <p:nvSpPr>
          <p:cNvPr id="346" name="PlaceHolder 3"/>
          <p:cNvSpPr>
            <a:spLocks noGrp="1"/>
          </p:cNvSpPr>
          <p:nvPr>
            <p:ph type="sldNum" idx="60"/>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B967F97A-25E4-4916-8D24-B569A98220CB}" type="slidenum">
              <a:rPr b="0" lang="en-US" sz="1400" spc="-1" strike="noStrike">
                <a:latin typeface="Times New Roman"/>
              </a:rPr>
              <a:t>&lt;number&gt;</a:t>
            </a:fld>
            <a:endParaRPr b="0" lang="en-US" sz="1400" spc="-1" strike="noStrike">
              <a:latin typeface="Liberation Sans Narrow"/>
            </a:endParaRPr>
          </a:p>
        </p:txBody>
      </p:sp>
      <p:sp>
        <p:nvSpPr>
          <p:cNvPr id="347" name="PlaceHolder 4"/>
          <p:cNvSpPr>
            <a:spLocks noGrp="1"/>
          </p:cNvSpPr>
          <p:nvPr>
            <p:ph type="dt" idx="61"/>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US" sz="1200" spc="-1" strike="noStrike">
              <a:latin typeface="Liberation Sans Narrow"/>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8" name="PlaceHolder 1"/>
          <p:cNvSpPr>
            <a:spLocks noGrp="1"/>
          </p:cNvSpPr>
          <p:nvPr>
            <p:ph type="sldImg"/>
          </p:nvPr>
        </p:nvSpPr>
        <p:spPr>
          <a:xfrm>
            <a:off x="1150920" y="698400"/>
            <a:ext cx="4651920" cy="3489840"/>
          </a:xfrm>
          <a:prstGeom prst="rect">
            <a:avLst/>
          </a:prstGeom>
          <a:ln w="0">
            <a:noFill/>
          </a:ln>
        </p:spPr>
      </p:sp>
      <p:sp>
        <p:nvSpPr>
          <p:cNvPr id="349"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Autofit/>
          </a:bodyPr>
          <a:p>
            <a:pPr marL="216000" indent="-216000">
              <a:lnSpc>
                <a:spcPct val="100000"/>
              </a:lnSpc>
              <a:buNone/>
              <a:tabLst>
                <a:tab algn="l" pos="0"/>
              </a:tabLst>
            </a:pPr>
            <a:r>
              <a:rPr b="0" lang="en-US" sz="1200" spc="-1" strike="noStrike">
                <a:solidFill>
                  <a:srgbClr val="000000"/>
                </a:solidFill>
                <a:latin typeface="Calibri"/>
                <a:ea typeface="Calibri"/>
              </a:rPr>
              <a:t>Summarizing advice</a:t>
            </a:r>
            <a:endParaRPr b="0" lang="en-US" sz="1200" spc="-1" strike="noStrike">
              <a:latin typeface="Liberation Sans Narrow"/>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Decide whether you want to type or write</a:t>
            </a:r>
            <a:endParaRPr b="0" lang="en-US" sz="1200" spc="-1" strike="noStrike">
              <a:latin typeface="Liberation Sans Narrow"/>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Choose a way to format your notes</a:t>
            </a:r>
            <a:endParaRPr b="0" lang="en-US" sz="1200" spc="-1" strike="noStrike">
              <a:latin typeface="Liberation Sans Narrow"/>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Identify main points during lecture</a:t>
            </a:r>
            <a:endParaRPr b="0" lang="en-US" sz="1200" spc="-1" strike="noStrike">
              <a:latin typeface="Liberation Sans Narrow"/>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Use abbreviations</a:t>
            </a:r>
            <a:endParaRPr b="0" lang="en-US" sz="1200" spc="-1" strike="noStrike">
              <a:latin typeface="Liberation Sans Narrow"/>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Do reading beforehand</a:t>
            </a:r>
            <a:endParaRPr b="0" lang="en-US" sz="1200" spc="-1" strike="noStrike">
              <a:latin typeface="Liberation Sans Narrow"/>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Make use of assistive technology</a:t>
            </a:r>
            <a:endParaRPr b="0" lang="en-US" sz="1200" spc="-1" strike="noStrike">
              <a:latin typeface="Liberation Sans Narrow"/>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Review your notes after class</a:t>
            </a:r>
            <a:endParaRPr b="0" lang="en-US" sz="1200" spc="-1" strike="noStrike">
              <a:latin typeface="Liberation Sans Narrow"/>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For notes from text</a:t>
            </a:r>
            <a:endParaRPr b="0" lang="en-US" sz="1200" spc="-1" strike="noStrike">
              <a:latin typeface="Liberation Sans Narrow"/>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make use of book’s structure</a:t>
            </a:r>
            <a:endParaRPr b="0" lang="en-US" sz="1200" spc="-1" strike="noStrike">
              <a:latin typeface="Liberation Sans Narrow"/>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prioritize your tasks</a:t>
            </a:r>
            <a:endParaRPr b="0" lang="en-US" sz="1200" spc="-1" strike="noStrike">
              <a:latin typeface="Liberation Sans Narrow"/>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flag pages and underline, then go back </a:t>
            </a:r>
            <a:endParaRPr b="0" lang="en-US" sz="1200" spc="-1" strike="noStrike">
              <a:latin typeface="Liberation Sans Narrow"/>
            </a:endParaRPr>
          </a:p>
          <a:p>
            <a:pPr marL="216000" indent="-216000">
              <a:lnSpc>
                <a:spcPct val="100000"/>
              </a:lnSpc>
              <a:buNone/>
              <a:tabLst>
                <a:tab algn="l" pos="0"/>
              </a:tabLst>
            </a:pPr>
            <a:r>
              <a:rPr b="0" lang="en-US" sz="1200" spc="-1" strike="noStrike">
                <a:solidFill>
                  <a:srgbClr val="000000"/>
                </a:solidFill>
                <a:latin typeface="Calibri"/>
                <a:ea typeface="Calibri"/>
              </a:rPr>
              <a:t>Questions?</a:t>
            </a:r>
            <a:endParaRPr b="0" lang="en-US" sz="1200" spc="-1" strike="noStrike">
              <a:latin typeface="Liberation Sans Narrow"/>
            </a:endParaRPr>
          </a:p>
          <a:p>
            <a:pPr marL="216000" indent="-216000">
              <a:lnSpc>
                <a:spcPct val="100000"/>
              </a:lnSpc>
              <a:buNone/>
              <a:tabLst>
                <a:tab algn="l" pos="0"/>
              </a:tabLst>
            </a:pPr>
            <a:r>
              <a:rPr b="0" lang="en-US" sz="1200" spc="-1" strike="noStrike">
                <a:solidFill>
                  <a:srgbClr val="000000"/>
                </a:solidFill>
                <a:latin typeface="Calibri"/>
                <a:ea typeface="Calibri"/>
              </a:rPr>
              <a:t>Review students’ notes</a:t>
            </a:r>
            <a:endParaRPr b="0" lang="en-US" sz="1200" spc="-1" strike="noStrike">
              <a:latin typeface="Liberation Sans Narrow"/>
            </a:endParaRPr>
          </a:p>
        </p:txBody>
      </p:sp>
      <p:sp>
        <p:nvSpPr>
          <p:cNvPr id="350" name="PlaceHolder 3"/>
          <p:cNvSpPr>
            <a:spLocks noGrp="1"/>
          </p:cNvSpPr>
          <p:nvPr>
            <p:ph type="sldNum" idx="62"/>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7D5B1505-8A14-4C87-90E9-9A99E53DDAC5}" type="slidenum">
              <a:rPr b="0" lang="en-US" sz="1400" spc="-1" strike="noStrike">
                <a:latin typeface="Times New Roman"/>
              </a:rPr>
              <a:t>&lt;number&gt;</a:t>
            </a:fld>
            <a:endParaRPr b="0" lang="en-US" sz="1400" spc="-1" strike="noStrike">
              <a:latin typeface="Liberation Sans Narrow"/>
            </a:endParaRPr>
          </a:p>
        </p:txBody>
      </p:sp>
      <p:sp>
        <p:nvSpPr>
          <p:cNvPr id="351" name="PlaceHolder 4"/>
          <p:cNvSpPr>
            <a:spLocks noGrp="1"/>
          </p:cNvSpPr>
          <p:nvPr>
            <p:ph type="dt" idx="63"/>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US" sz="1200" spc="-1" strike="noStrike">
              <a:latin typeface="Liberation Sans Narrow"/>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
        <p:nvSpPr>
          <p:cNvPr id="3" name="PlaceHolder 2"/>
          <p:cNvSpPr>
            <a:spLocks noGrp="1"/>
          </p:cNvSpPr>
          <p:nvPr>
            <p:ph type="sldNum" idx="2"/>
          </p:nvPr>
        </p:nvSpPr>
        <p:spPr/>
        <p:txBody>
          <a:bodyPr/>
          <a:p>
            <a:fld id="{DA109E52-881B-4CF0-958F-06CE12EA1DC7}" type="slidenum">
              <a:t>&lt;#&gt;</a:t>
            </a:fld>
          </a:p>
        </p:txBody>
      </p:sp>
      <p:sp>
        <p:nvSpPr>
          <p:cNvPr id="4" name="PlaceHolder 3"/>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Liberation Sans Narrow"/>
            </a:endParaRPr>
          </a:p>
        </p:txBody>
      </p:sp>
      <p:sp>
        <p:nvSpPr>
          <p:cNvPr id="10" name="PlaceHolder 2"/>
          <p:cNvSpPr>
            <a:spLocks noGrp="1"/>
          </p:cNvSpPr>
          <p:nvPr>
            <p:ph type="subTitle"/>
          </p:nvPr>
        </p:nvSpPr>
        <p:spPr>
          <a:xfrm>
            <a:off x="457200" y="1604520"/>
            <a:ext cx="8229240" cy="3977280"/>
          </a:xfrm>
          <a:prstGeom prst="rect">
            <a:avLst/>
          </a:prstGeom>
          <a:noFill/>
          <a:ln w="0">
            <a:noFill/>
          </a:ln>
        </p:spPr>
        <p:txBody>
          <a:bodyPr lIns="0" rIns="0" tIns="0" bIns="0" anchor="ctr">
            <a:noAutofit/>
          </a:bodyPr>
          <a:p>
            <a:pPr algn="ctr">
              <a:buNone/>
            </a:pPr>
            <a:endParaRPr b="0" lang="en-US" sz="3200" spc="-1" strike="noStrike">
              <a:latin typeface="Liberation Sans Narrow"/>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F199C732-7527-4C1C-8450-F7D9D4504939}"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Liberation Sans Narrow"/>
            </a:endParaRPr>
          </a:p>
        </p:txBody>
      </p:sp>
      <p:sp>
        <p:nvSpPr>
          <p:cNvPr id="12"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FB239B3E-AC8D-4912-9717-C02E41CAD494}"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Liberation Sans Narrow"/>
            </a:endParaRPr>
          </a:p>
        </p:txBody>
      </p:sp>
      <p:sp>
        <p:nvSpPr>
          <p:cNvPr id="14"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15"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F5D44D6E-4BD2-445D-98FD-7BDC3E90C797}" type="slidenum">
              <a:t>&lt;#&gt;</a:t>
            </a:fld>
          </a:p>
        </p:txBody>
      </p:sp>
      <p:sp>
        <p:nvSpPr>
          <p:cNvPr id="7" name="PlaceHolder 6"/>
          <p:cNvSpPr>
            <a:spLocks noGrp="1"/>
          </p:cNvSpPr>
          <p:nvPr>
            <p:ph type="dt" idx="3"/>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Liberation Sans Narrow"/>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16ED5BDF-74C0-40AD-A49B-B5204B8AF104}" type="slidenum">
              <a:t>&lt;#&gt;</a:t>
            </a:fld>
          </a:p>
        </p:txBody>
      </p:sp>
      <p:sp>
        <p:nvSpPr>
          <p:cNvPr id="5" name="PlaceHolder 4"/>
          <p:cNvSpPr>
            <a:spLocks noGrp="1"/>
          </p:cNvSpPr>
          <p:nvPr>
            <p:ph type="dt" idx="3"/>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7" name="PlaceHolder 1"/>
          <p:cNvSpPr>
            <a:spLocks noGrp="1"/>
          </p:cNvSpPr>
          <p:nvPr>
            <p:ph type="subTitle"/>
          </p:nvPr>
        </p:nvSpPr>
        <p:spPr>
          <a:xfrm>
            <a:off x="457200" y="273600"/>
            <a:ext cx="8229240" cy="5307840"/>
          </a:xfrm>
          <a:prstGeom prst="rect">
            <a:avLst/>
          </a:prstGeom>
          <a:noFill/>
          <a:ln w="0">
            <a:noFill/>
          </a:ln>
        </p:spPr>
        <p:txBody>
          <a:bodyPr lIns="0" rIns="0" tIns="0" bIns="0" anchor="ctr">
            <a:noAutofit/>
          </a:bodyPr>
          <a:p>
            <a:pPr algn="ctr">
              <a:buNone/>
            </a:pPr>
            <a:endParaRPr b="0" lang="en-US" sz="3200" spc="-1" strike="noStrike">
              <a:latin typeface="Liberation Sans Narrow"/>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7B76755C-72CB-4A87-8FA9-0B8817A7BF9D}" type="slidenum">
              <a:t>&lt;#&gt;</a:t>
            </a:fld>
          </a:p>
        </p:txBody>
      </p:sp>
      <p:sp>
        <p:nvSpPr>
          <p:cNvPr id="5" name="PlaceHolder 4"/>
          <p:cNvSpPr>
            <a:spLocks noGrp="1"/>
          </p:cNvSpPr>
          <p:nvPr>
            <p:ph type="dt" idx="3"/>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Liberation Sans Narrow"/>
            </a:endParaRPr>
          </a:p>
        </p:txBody>
      </p:sp>
      <p:sp>
        <p:nvSpPr>
          <p:cNvPr id="19"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20"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21"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A45C2F9E-A693-4CD3-82D2-E49701F42214}"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Liberation Sans Narrow"/>
            </a:endParaRPr>
          </a:p>
        </p:txBody>
      </p:sp>
      <p:sp>
        <p:nvSpPr>
          <p:cNvPr id="23"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24"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25"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39787F81-AE6B-4ADA-AC56-7498153744CD}"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Liberation Sans Narrow"/>
            </a:endParaRPr>
          </a:p>
        </p:txBody>
      </p:sp>
      <p:sp>
        <p:nvSpPr>
          <p:cNvPr id="27"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28"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29"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0BA161DC-F243-469F-ABCC-3FE9332E2187}"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Liberation Sans Narrow"/>
            </a:endParaRPr>
          </a:p>
        </p:txBody>
      </p:sp>
      <p:sp>
        <p:nvSpPr>
          <p:cNvPr id="31"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32"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28A4FD97-7905-4880-A054-83758B0A6EC2}" type="slidenum">
              <a:t>&lt;#&gt;</a:t>
            </a:fld>
          </a:p>
        </p:txBody>
      </p:sp>
      <p:sp>
        <p:nvSpPr>
          <p:cNvPr id="7" name="PlaceHolder 6"/>
          <p:cNvSpPr>
            <a:spLocks noGrp="1"/>
          </p:cNvSpPr>
          <p:nvPr>
            <p:ph type="dt" idx="3"/>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Liberation Sans Narrow"/>
            </a:endParaRPr>
          </a:p>
        </p:txBody>
      </p:sp>
      <p:sp>
        <p:nvSpPr>
          <p:cNvPr id="34"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35"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36"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37"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7" name="PlaceHolder 6"/>
          <p:cNvSpPr>
            <a:spLocks noGrp="1"/>
          </p:cNvSpPr>
          <p:nvPr>
            <p:ph type="ftr" idx="1"/>
          </p:nvPr>
        </p:nvSpPr>
        <p:spPr/>
        <p:txBody>
          <a:bodyPr/>
          <a:p>
            <a:r>
              <a:t>Footer</a:t>
            </a:r>
          </a:p>
        </p:txBody>
      </p:sp>
      <p:sp>
        <p:nvSpPr>
          <p:cNvPr id="8" name="PlaceHolder 7"/>
          <p:cNvSpPr>
            <a:spLocks noGrp="1"/>
          </p:cNvSpPr>
          <p:nvPr>
            <p:ph type="sldNum" idx="2"/>
          </p:nvPr>
        </p:nvSpPr>
        <p:spPr/>
        <p:txBody>
          <a:bodyPr/>
          <a:p>
            <a:fld id="{5D52A32F-F9EC-47D5-BF50-742D9306166F}" type="slidenum">
              <a:t>&lt;#&gt;</a:t>
            </a:fld>
          </a:p>
        </p:txBody>
      </p:sp>
      <p:sp>
        <p:nvSpPr>
          <p:cNvPr id="9" name="PlaceHolder 8"/>
          <p:cNvSpPr>
            <a:spLocks noGrp="1"/>
          </p:cNvSpPr>
          <p:nvPr>
            <p:ph type="dt" idx="3"/>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Liberation Sans Narrow"/>
            </a:endParaRPr>
          </a:p>
        </p:txBody>
      </p:sp>
      <p:sp>
        <p:nvSpPr>
          <p:cNvPr id="39" name="PlaceHolder 2"/>
          <p:cNvSpPr>
            <a:spLocks noGrp="1"/>
          </p:cNvSpPr>
          <p:nvPr>
            <p:ph/>
          </p:nvPr>
        </p:nvSpPr>
        <p:spPr>
          <a:xfrm>
            <a:off x="457200" y="1604520"/>
            <a:ext cx="2649600" cy="189684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40" name="PlaceHolder 3"/>
          <p:cNvSpPr>
            <a:spLocks noGrp="1"/>
          </p:cNvSpPr>
          <p:nvPr>
            <p:ph/>
          </p:nvPr>
        </p:nvSpPr>
        <p:spPr>
          <a:xfrm>
            <a:off x="3239640" y="1604520"/>
            <a:ext cx="2649600" cy="189684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41" name="PlaceHolder 4"/>
          <p:cNvSpPr>
            <a:spLocks noGrp="1"/>
          </p:cNvSpPr>
          <p:nvPr>
            <p:ph/>
          </p:nvPr>
        </p:nvSpPr>
        <p:spPr>
          <a:xfrm>
            <a:off x="6022080" y="1604520"/>
            <a:ext cx="2649600" cy="189684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42" name="PlaceHolder 5"/>
          <p:cNvSpPr>
            <a:spLocks noGrp="1"/>
          </p:cNvSpPr>
          <p:nvPr>
            <p:ph/>
          </p:nvPr>
        </p:nvSpPr>
        <p:spPr>
          <a:xfrm>
            <a:off x="457200" y="3682080"/>
            <a:ext cx="2649600" cy="189684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43" name="PlaceHolder 6"/>
          <p:cNvSpPr>
            <a:spLocks noGrp="1"/>
          </p:cNvSpPr>
          <p:nvPr>
            <p:ph/>
          </p:nvPr>
        </p:nvSpPr>
        <p:spPr>
          <a:xfrm>
            <a:off x="3239640" y="3682080"/>
            <a:ext cx="2649600" cy="189684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44" name="PlaceHolder 7"/>
          <p:cNvSpPr>
            <a:spLocks noGrp="1"/>
          </p:cNvSpPr>
          <p:nvPr>
            <p:ph/>
          </p:nvPr>
        </p:nvSpPr>
        <p:spPr>
          <a:xfrm>
            <a:off x="6022080" y="3682080"/>
            <a:ext cx="2649600" cy="189684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9" name="PlaceHolder 8"/>
          <p:cNvSpPr>
            <a:spLocks noGrp="1"/>
          </p:cNvSpPr>
          <p:nvPr>
            <p:ph type="ftr" idx="1"/>
          </p:nvPr>
        </p:nvSpPr>
        <p:spPr/>
        <p:txBody>
          <a:bodyPr/>
          <a:p>
            <a:r>
              <a:t>Footer</a:t>
            </a:r>
          </a:p>
        </p:txBody>
      </p:sp>
      <p:sp>
        <p:nvSpPr>
          <p:cNvPr id="10" name="PlaceHolder 9"/>
          <p:cNvSpPr>
            <a:spLocks noGrp="1"/>
          </p:cNvSpPr>
          <p:nvPr>
            <p:ph type="sldNum" idx="2"/>
          </p:nvPr>
        </p:nvSpPr>
        <p:spPr/>
        <p:txBody>
          <a:bodyPr/>
          <a:p>
            <a:fld id="{D68CBD6A-E425-4AC9-B805-016CA3BBD6D1}" type="slidenum">
              <a:t>&lt;#&gt;</a:t>
            </a:fld>
          </a:p>
        </p:txBody>
      </p:sp>
      <p:sp>
        <p:nvSpPr>
          <p:cNvPr id="11" name="PlaceHolder 10"/>
          <p:cNvSpPr>
            <a:spLocks noGrp="1"/>
          </p:cNvSpPr>
          <p:nvPr>
            <p:ph type="dt" idx="3"/>
          </p:nvPr>
        </p:nvSpPr>
        <p:spPr/>
        <p:txBody>
          <a:bodyPr/>
          <a:p>
            <a:r>
              <a:rPr lang="en-US"/>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1B3C9686-8983-46AB-B23E-46E8012C2F42}" type="slidenum">
              <a:t>&lt;#&gt;</a:t>
            </a:fld>
          </a:p>
        </p:txBody>
      </p:sp>
      <p:sp>
        <p:nvSpPr>
          <p:cNvPr id="4" name="PlaceHolder 3"/>
          <p:cNvSpPr>
            <a:spLocks noGrp="1"/>
          </p:cNvSpPr>
          <p:nvPr>
            <p:ph type="dt" idx="6"/>
          </p:nvPr>
        </p:nvSpPr>
        <p:spPr/>
        <p:txBody>
          <a:bodyPr/>
          <a:p>
            <a:r>
              <a:rPr lang="en-US"/>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Liberation Sans Narrow"/>
            </a:endParaRPr>
          </a:p>
        </p:txBody>
      </p:sp>
      <p:sp>
        <p:nvSpPr>
          <p:cNvPr id="53" name="PlaceHolder 2"/>
          <p:cNvSpPr>
            <a:spLocks noGrp="1"/>
          </p:cNvSpPr>
          <p:nvPr>
            <p:ph type="subTitle"/>
          </p:nvPr>
        </p:nvSpPr>
        <p:spPr>
          <a:xfrm>
            <a:off x="457200" y="1604520"/>
            <a:ext cx="8229240" cy="3977280"/>
          </a:xfrm>
          <a:prstGeom prst="rect">
            <a:avLst/>
          </a:prstGeom>
          <a:noFill/>
          <a:ln w="0">
            <a:noFill/>
          </a:ln>
        </p:spPr>
        <p:txBody>
          <a:bodyPr lIns="0" rIns="0" tIns="0" bIns="0" anchor="ctr">
            <a:noAutofit/>
          </a:bodyPr>
          <a:p>
            <a:pPr algn="ctr">
              <a:buNone/>
            </a:pPr>
            <a:endParaRPr b="0" lang="en-US" sz="3200" spc="-1" strike="noStrike">
              <a:latin typeface="Liberation Sans Narrow"/>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10F8F50F-09FC-463A-ABAB-647C0D732980}" type="slidenum">
              <a:t>&lt;#&gt;</a:t>
            </a:fld>
          </a:p>
        </p:txBody>
      </p:sp>
      <p:sp>
        <p:nvSpPr>
          <p:cNvPr id="6" name="PlaceHolder 5"/>
          <p:cNvSpPr>
            <a:spLocks noGrp="1"/>
          </p:cNvSpPr>
          <p:nvPr>
            <p:ph type="dt" idx="6"/>
          </p:nvPr>
        </p:nvSpPr>
        <p:spPr/>
        <p:txBody>
          <a:bodyPr/>
          <a:p>
            <a:r>
              <a:rPr lang="en-US"/>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Liberation Sans Narrow"/>
            </a:endParaRPr>
          </a:p>
        </p:txBody>
      </p:sp>
      <p:sp>
        <p:nvSpPr>
          <p:cNvPr id="55"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3873A50B-E9B0-414A-AC8B-2486F3A612B1}" type="slidenum">
              <a:t>&lt;#&gt;</a:t>
            </a:fld>
          </a:p>
        </p:txBody>
      </p:sp>
      <p:sp>
        <p:nvSpPr>
          <p:cNvPr id="6" name="PlaceHolder 5"/>
          <p:cNvSpPr>
            <a:spLocks noGrp="1"/>
          </p:cNvSpPr>
          <p:nvPr>
            <p:ph type="dt" idx="6"/>
          </p:nvPr>
        </p:nvSpPr>
        <p:spPr/>
        <p:txBody>
          <a:bodyPr/>
          <a:p>
            <a:r>
              <a:rPr lang="en-US"/>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Liberation Sans Narrow"/>
            </a:endParaRPr>
          </a:p>
        </p:txBody>
      </p:sp>
      <p:sp>
        <p:nvSpPr>
          <p:cNvPr id="57"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58"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5" name="PlaceHolder 4"/>
          <p:cNvSpPr>
            <a:spLocks noGrp="1"/>
          </p:cNvSpPr>
          <p:nvPr>
            <p:ph type="ftr" idx="4"/>
          </p:nvPr>
        </p:nvSpPr>
        <p:spPr/>
        <p:txBody>
          <a:bodyPr/>
          <a:p>
            <a:r>
              <a:t>Footer</a:t>
            </a:r>
          </a:p>
        </p:txBody>
      </p:sp>
      <p:sp>
        <p:nvSpPr>
          <p:cNvPr id="6" name="PlaceHolder 5"/>
          <p:cNvSpPr>
            <a:spLocks noGrp="1"/>
          </p:cNvSpPr>
          <p:nvPr>
            <p:ph type="sldNum" idx="5"/>
          </p:nvPr>
        </p:nvSpPr>
        <p:spPr/>
        <p:txBody>
          <a:bodyPr/>
          <a:p>
            <a:fld id="{8F75CA9E-B39C-4629-9E38-09205574E660}" type="slidenum">
              <a:t>&lt;#&gt;</a:t>
            </a:fld>
          </a:p>
        </p:txBody>
      </p:sp>
      <p:sp>
        <p:nvSpPr>
          <p:cNvPr id="7" name="PlaceHolder 6"/>
          <p:cNvSpPr>
            <a:spLocks noGrp="1"/>
          </p:cNvSpPr>
          <p:nvPr>
            <p:ph type="dt" idx="6"/>
          </p:nvPr>
        </p:nvSpPr>
        <p:spPr/>
        <p:txBody>
          <a:bodyPr/>
          <a:p>
            <a:r>
              <a:rPr lang="en-US"/>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Liberation Sans Narrow"/>
            </a:endParaRPr>
          </a:p>
        </p:txBody>
      </p:sp>
      <p:sp>
        <p:nvSpPr>
          <p:cNvPr id="3" name="PlaceHolder 2"/>
          <p:cNvSpPr>
            <a:spLocks noGrp="1"/>
          </p:cNvSpPr>
          <p:nvPr>
            <p:ph type="ftr" idx="4"/>
          </p:nvPr>
        </p:nvSpPr>
        <p:spPr/>
        <p:txBody>
          <a:bodyPr/>
          <a:p>
            <a:r>
              <a:t>Footer</a:t>
            </a:r>
          </a:p>
        </p:txBody>
      </p:sp>
      <p:sp>
        <p:nvSpPr>
          <p:cNvPr id="4" name="PlaceHolder 3"/>
          <p:cNvSpPr>
            <a:spLocks noGrp="1"/>
          </p:cNvSpPr>
          <p:nvPr>
            <p:ph type="sldNum" idx="5"/>
          </p:nvPr>
        </p:nvSpPr>
        <p:spPr/>
        <p:txBody>
          <a:bodyPr/>
          <a:p>
            <a:fld id="{2E0E8DBD-B435-4A31-AD32-0D5A20BB7482}" type="slidenum">
              <a:t>&lt;#&gt;</a:t>
            </a:fld>
          </a:p>
        </p:txBody>
      </p:sp>
      <p:sp>
        <p:nvSpPr>
          <p:cNvPr id="5" name="PlaceHolder 4"/>
          <p:cNvSpPr>
            <a:spLocks noGrp="1"/>
          </p:cNvSpPr>
          <p:nvPr>
            <p:ph type="dt" idx="6"/>
          </p:nvPr>
        </p:nvSpPr>
        <p:spPr/>
        <p:txBody>
          <a:bodyPr/>
          <a:p>
            <a:r>
              <a:rPr lang="en-US"/>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60" name="PlaceHolder 1"/>
          <p:cNvSpPr>
            <a:spLocks noGrp="1"/>
          </p:cNvSpPr>
          <p:nvPr>
            <p:ph type="subTitle"/>
          </p:nvPr>
        </p:nvSpPr>
        <p:spPr>
          <a:xfrm>
            <a:off x="457200" y="273600"/>
            <a:ext cx="8229240" cy="5307840"/>
          </a:xfrm>
          <a:prstGeom prst="rect">
            <a:avLst/>
          </a:prstGeom>
          <a:noFill/>
          <a:ln w="0">
            <a:noFill/>
          </a:ln>
        </p:spPr>
        <p:txBody>
          <a:bodyPr lIns="0" rIns="0" tIns="0" bIns="0" anchor="ctr">
            <a:noAutofit/>
          </a:bodyPr>
          <a:p>
            <a:pPr algn="ctr">
              <a:buNone/>
            </a:pPr>
            <a:endParaRPr b="0" lang="en-US" sz="3200" spc="-1" strike="noStrike">
              <a:latin typeface="Liberation Sans Narrow"/>
            </a:endParaRPr>
          </a:p>
        </p:txBody>
      </p:sp>
      <p:sp>
        <p:nvSpPr>
          <p:cNvPr id="3" name="PlaceHolder 2"/>
          <p:cNvSpPr>
            <a:spLocks noGrp="1"/>
          </p:cNvSpPr>
          <p:nvPr>
            <p:ph type="ftr" idx="4"/>
          </p:nvPr>
        </p:nvSpPr>
        <p:spPr/>
        <p:txBody>
          <a:bodyPr/>
          <a:p>
            <a:r>
              <a:t>Footer</a:t>
            </a:r>
          </a:p>
        </p:txBody>
      </p:sp>
      <p:sp>
        <p:nvSpPr>
          <p:cNvPr id="4" name="PlaceHolder 3"/>
          <p:cNvSpPr>
            <a:spLocks noGrp="1"/>
          </p:cNvSpPr>
          <p:nvPr>
            <p:ph type="sldNum" idx="5"/>
          </p:nvPr>
        </p:nvSpPr>
        <p:spPr/>
        <p:txBody>
          <a:bodyPr/>
          <a:p>
            <a:fld id="{CAB66DBA-1022-4DB0-9034-9499E5599730}" type="slidenum">
              <a:t>&lt;#&gt;</a:t>
            </a:fld>
          </a:p>
        </p:txBody>
      </p:sp>
      <p:sp>
        <p:nvSpPr>
          <p:cNvPr id="5" name="PlaceHolder 4"/>
          <p:cNvSpPr>
            <a:spLocks noGrp="1"/>
          </p:cNvSpPr>
          <p:nvPr>
            <p:ph type="dt" idx="6"/>
          </p:nvPr>
        </p:nvSpPr>
        <p:spPr/>
        <p:txBody>
          <a:bodyPr/>
          <a:p>
            <a:r>
              <a:rPr lang="en-US"/>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Liberation Sans Narrow"/>
            </a:endParaRPr>
          </a:p>
        </p:txBody>
      </p:sp>
      <p:sp>
        <p:nvSpPr>
          <p:cNvPr id="62"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63"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64"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0F764DDD-A910-4331-A8AE-0CC80C3F1B72}" type="slidenum">
              <a:t>&lt;#&gt;</a:t>
            </a:fld>
          </a:p>
        </p:txBody>
      </p:sp>
      <p:sp>
        <p:nvSpPr>
          <p:cNvPr id="8" name="PlaceHolder 7"/>
          <p:cNvSpPr>
            <a:spLocks noGrp="1"/>
          </p:cNvSpPr>
          <p:nvPr>
            <p:ph type="dt" idx="6"/>
          </p:nvPr>
        </p:nvSpPr>
        <p:spPr/>
        <p:txBody>
          <a:bodyPr/>
          <a:p>
            <a:r>
              <a:rPr lang="en-US"/>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Liberation Sans Narrow"/>
            </a:endParaRPr>
          </a:p>
        </p:txBody>
      </p:sp>
      <p:sp>
        <p:nvSpPr>
          <p:cNvPr id="66"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67"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68"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BBCA47EA-B0A1-41AB-9014-5D1DCF2D8652}" type="slidenum">
              <a:t>&lt;#&gt;</a:t>
            </a:fld>
          </a:p>
        </p:txBody>
      </p:sp>
      <p:sp>
        <p:nvSpPr>
          <p:cNvPr id="8" name="PlaceHolder 7"/>
          <p:cNvSpPr>
            <a:spLocks noGrp="1"/>
          </p:cNvSpPr>
          <p:nvPr>
            <p:ph type="dt" idx="6"/>
          </p:nvPr>
        </p:nvSpPr>
        <p:spPr/>
        <p:txBody>
          <a:bodyPr/>
          <a:p>
            <a:r>
              <a:rPr lang="en-US"/>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Liberation Sans Narrow"/>
            </a:endParaRPr>
          </a:p>
        </p:txBody>
      </p:sp>
      <p:sp>
        <p:nvSpPr>
          <p:cNvPr id="70"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71"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72"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8145C5CF-F10D-42EF-9A4D-34F164647006}" type="slidenum">
              <a:t>&lt;#&gt;</a:t>
            </a:fld>
          </a:p>
        </p:txBody>
      </p:sp>
      <p:sp>
        <p:nvSpPr>
          <p:cNvPr id="8" name="PlaceHolder 7"/>
          <p:cNvSpPr>
            <a:spLocks noGrp="1"/>
          </p:cNvSpPr>
          <p:nvPr>
            <p:ph type="dt" idx="6"/>
          </p:nvPr>
        </p:nvSpPr>
        <p:spPr/>
        <p:txBody>
          <a:bodyPr/>
          <a:p>
            <a:r>
              <a:rPr lang="en-US"/>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Liberation Sans Narrow"/>
            </a:endParaRPr>
          </a:p>
        </p:txBody>
      </p:sp>
      <p:sp>
        <p:nvSpPr>
          <p:cNvPr id="74"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75"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5" name="PlaceHolder 4"/>
          <p:cNvSpPr>
            <a:spLocks noGrp="1"/>
          </p:cNvSpPr>
          <p:nvPr>
            <p:ph type="ftr" idx="4"/>
          </p:nvPr>
        </p:nvSpPr>
        <p:spPr/>
        <p:txBody>
          <a:bodyPr/>
          <a:p>
            <a:r>
              <a:t>Footer</a:t>
            </a:r>
          </a:p>
        </p:txBody>
      </p:sp>
      <p:sp>
        <p:nvSpPr>
          <p:cNvPr id="6" name="PlaceHolder 5"/>
          <p:cNvSpPr>
            <a:spLocks noGrp="1"/>
          </p:cNvSpPr>
          <p:nvPr>
            <p:ph type="sldNum" idx="5"/>
          </p:nvPr>
        </p:nvSpPr>
        <p:spPr/>
        <p:txBody>
          <a:bodyPr/>
          <a:p>
            <a:fld id="{5BC108BF-2064-4F3F-8E00-4462FF4EF9CC}" type="slidenum">
              <a:t>&lt;#&gt;</a:t>
            </a:fld>
          </a:p>
        </p:txBody>
      </p:sp>
      <p:sp>
        <p:nvSpPr>
          <p:cNvPr id="7" name="PlaceHolder 6"/>
          <p:cNvSpPr>
            <a:spLocks noGrp="1"/>
          </p:cNvSpPr>
          <p:nvPr>
            <p:ph type="dt" idx="6"/>
          </p:nvPr>
        </p:nvSpPr>
        <p:spPr/>
        <p:txBody>
          <a:bodyPr/>
          <a:p>
            <a:r>
              <a:rPr lang="en-US"/>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Liberation Sans Narrow"/>
            </a:endParaRPr>
          </a:p>
        </p:txBody>
      </p:sp>
      <p:sp>
        <p:nvSpPr>
          <p:cNvPr id="77"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78"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79"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80"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7" name="PlaceHolder 6"/>
          <p:cNvSpPr>
            <a:spLocks noGrp="1"/>
          </p:cNvSpPr>
          <p:nvPr>
            <p:ph type="ftr" idx="4"/>
          </p:nvPr>
        </p:nvSpPr>
        <p:spPr/>
        <p:txBody>
          <a:bodyPr/>
          <a:p>
            <a:r>
              <a:t>Footer</a:t>
            </a:r>
          </a:p>
        </p:txBody>
      </p:sp>
      <p:sp>
        <p:nvSpPr>
          <p:cNvPr id="8" name="PlaceHolder 7"/>
          <p:cNvSpPr>
            <a:spLocks noGrp="1"/>
          </p:cNvSpPr>
          <p:nvPr>
            <p:ph type="sldNum" idx="5"/>
          </p:nvPr>
        </p:nvSpPr>
        <p:spPr/>
        <p:txBody>
          <a:bodyPr/>
          <a:p>
            <a:fld id="{4F2638E9-57B5-4FD6-9169-844319B3A642}" type="slidenum">
              <a:t>&lt;#&gt;</a:t>
            </a:fld>
          </a:p>
        </p:txBody>
      </p:sp>
      <p:sp>
        <p:nvSpPr>
          <p:cNvPr id="9" name="PlaceHolder 8"/>
          <p:cNvSpPr>
            <a:spLocks noGrp="1"/>
          </p:cNvSpPr>
          <p:nvPr>
            <p:ph type="dt" idx="6"/>
          </p:nvPr>
        </p:nvSpPr>
        <p:spPr/>
        <p:txBody>
          <a:bodyPr/>
          <a:p>
            <a:r>
              <a:rPr lang="en-US"/>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8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Liberation Sans Narrow"/>
            </a:endParaRPr>
          </a:p>
        </p:txBody>
      </p:sp>
      <p:sp>
        <p:nvSpPr>
          <p:cNvPr id="82" name="PlaceHolder 2"/>
          <p:cNvSpPr>
            <a:spLocks noGrp="1"/>
          </p:cNvSpPr>
          <p:nvPr>
            <p:ph/>
          </p:nvPr>
        </p:nvSpPr>
        <p:spPr>
          <a:xfrm>
            <a:off x="457200" y="1604520"/>
            <a:ext cx="2649600" cy="189684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83" name="PlaceHolder 3"/>
          <p:cNvSpPr>
            <a:spLocks noGrp="1"/>
          </p:cNvSpPr>
          <p:nvPr>
            <p:ph/>
          </p:nvPr>
        </p:nvSpPr>
        <p:spPr>
          <a:xfrm>
            <a:off x="3239640" y="1604520"/>
            <a:ext cx="2649600" cy="189684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84" name="PlaceHolder 4"/>
          <p:cNvSpPr>
            <a:spLocks noGrp="1"/>
          </p:cNvSpPr>
          <p:nvPr>
            <p:ph/>
          </p:nvPr>
        </p:nvSpPr>
        <p:spPr>
          <a:xfrm>
            <a:off x="6022080" y="1604520"/>
            <a:ext cx="2649600" cy="189684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85" name="PlaceHolder 5"/>
          <p:cNvSpPr>
            <a:spLocks noGrp="1"/>
          </p:cNvSpPr>
          <p:nvPr>
            <p:ph/>
          </p:nvPr>
        </p:nvSpPr>
        <p:spPr>
          <a:xfrm>
            <a:off x="457200" y="3682080"/>
            <a:ext cx="2649600" cy="189684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86" name="PlaceHolder 6"/>
          <p:cNvSpPr>
            <a:spLocks noGrp="1"/>
          </p:cNvSpPr>
          <p:nvPr>
            <p:ph/>
          </p:nvPr>
        </p:nvSpPr>
        <p:spPr>
          <a:xfrm>
            <a:off x="3239640" y="3682080"/>
            <a:ext cx="2649600" cy="189684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87" name="PlaceHolder 7"/>
          <p:cNvSpPr>
            <a:spLocks noGrp="1"/>
          </p:cNvSpPr>
          <p:nvPr>
            <p:ph/>
          </p:nvPr>
        </p:nvSpPr>
        <p:spPr>
          <a:xfrm>
            <a:off x="6022080" y="3682080"/>
            <a:ext cx="2649600" cy="189684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9" name="PlaceHolder 8"/>
          <p:cNvSpPr>
            <a:spLocks noGrp="1"/>
          </p:cNvSpPr>
          <p:nvPr>
            <p:ph type="ftr" idx="4"/>
          </p:nvPr>
        </p:nvSpPr>
        <p:spPr/>
        <p:txBody>
          <a:bodyPr/>
          <a:p>
            <a:r>
              <a:t>Footer</a:t>
            </a:r>
          </a:p>
        </p:txBody>
      </p:sp>
      <p:sp>
        <p:nvSpPr>
          <p:cNvPr id="10" name="PlaceHolder 9"/>
          <p:cNvSpPr>
            <a:spLocks noGrp="1"/>
          </p:cNvSpPr>
          <p:nvPr>
            <p:ph type="sldNum" idx="5"/>
          </p:nvPr>
        </p:nvSpPr>
        <p:spPr/>
        <p:txBody>
          <a:bodyPr/>
          <a:p>
            <a:fld id="{46BBF626-4D24-4A8B-9C1D-2E4833799C1B}" type="slidenum">
              <a:t>&lt;#&gt;</a:t>
            </a:fld>
          </a:p>
        </p:txBody>
      </p:sp>
      <p:sp>
        <p:nvSpPr>
          <p:cNvPr id="11" name="PlaceHolder 10"/>
          <p:cNvSpPr>
            <a:spLocks noGrp="1"/>
          </p:cNvSpPr>
          <p:nvPr>
            <p:ph type="dt" idx="6"/>
          </p:nvPr>
        </p:nvSpPr>
        <p:spPr/>
        <p:txBody>
          <a:bodyPr/>
          <a:p>
            <a:r>
              <a:rPr lang="en-US"/>
              <a:t/>
            </a: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p>
            <a:r>
              <a:t>Footer</a:t>
            </a:r>
          </a:p>
        </p:txBody>
      </p:sp>
      <p:sp>
        <p:nvSpPr>
          <p:cNvPr id="3" name="PlaceHolder 2"/>
          <p:cNvSpPr>
            <a:spLocks noGrp="1"/>
          </p:cNvSpPr>
          <p:nvPr>
            <p:ph type="sldNum" idx="8"/>
          </p:nvPr>
        </p:nvSpPr>
        <p:spPr/>
        <p:txBody>
          <a:bodyPr/>
          <a:p>
            <a:fld id="{A414D983-B9C7-403B-A176-323DAD5B31AA}" type="slidenum">
              <a:t>&lt;#&gt;</a:t>
            </a:fld>
          </a:p>
        </p:txBody>
      </p:sp>
      <p:sp>
        <p:nvSpPr>
          <p:cNvPr id="4" name="PlaceHolder 3"/>
          <p:cNvSpPr>
            <a:spLocks noGrp="1"/>
          </p:cNvSpPr>
          <p:nvPr>
            <p:ph type="dt" idx="9"/>
          </p:nvPr>
        </p:nvSpPr>
        <p:spPr/>
        <p:txBody>
          <a:bodyPr/>
          <a:p>
            <a:r>
              <a:rPr lang="en-US"/>
              <a:t/>
            </a: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9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Liberation Sans Narrow"/>
            </a:endParaRPr>
          </a:p>
        </p:txBody>
      </p:sp>
      <p:sp>
        <p:nvSpPr>
          <p:cNvPr id="98" name="PlaceHolder 2"/>
          <p:cNvSpPr>
            <a:spLocks noGrp="1"/>
          </p:cNvSpPr>
          <p:nvPr>
            <p:ph type="subTitle"/>
          </p:nvPr>
        </p:nvSpPr>
        <p:spPr>
          <a:xfrm>
            <a:off x="457200" y="1604520"/>
            <a:ext cx="8229240" cy="3977280"/>
          </a:xfrm>
          <a:prstGeom prst="rect">
            <a:avLst/>
          </a:prstGeom>
          <a:noFill/>
          <a:ln w="0">
            <a:noFill/>
          </a:ln>
        </p:spPr>
        <p:txBody>
          <a:bodyPr lIns="0" rIns="0" tIns="0" bIns="0" anchor="ctr">
            <a:noAutofit/>
          </a:bodyPr>
          <a:p>
            <a:pPr algn="ctr">
              <a:buNone/>
            </a:pPr>
            <a:endParaRPr b="0" lang="en-US" sz="3200" spc="-1" strike="noStrike">
              <a:latin typeface="Liberation Sans Narrow"/>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8"/>
          </p:nvPr>
        </p:nvSpPr>
        <p:spPr/>
        <p:txBody>
          <a:bodyPr/>
          <a:p>
            <a:fld id="{26AA3786-F998-48B5-B1AF-9B5BD4BC477C}" type="slidenum">
              <a:t>&lt;#&gt;</a:t>
            </a:fld>
          </a:p>
        </p:txBody>
      </p:sp>
      <p:sp>
        <p:nvSpPr>
          <p:cNvPr id="6" name="PlaceHolder 5"/>
          <p:cNvSpPr>
            <a:spLocks noGrp="1"/>
          </p:cNvSpPr>
          <p:nvPr>
            <p:ph type="dt" idx="9"/>
          </p:nvPr>
        </p:nvSpPr>
        <p:spPr/>
        <p:txBody>
          <a:bodyPr/>
          <a:p>
            <a:r>
              <a:rPr lang="en-US"/>
              <a:t/>
            </a: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Liberation Sans Narrow"/>
            </a:endParaRPr>
          </a:p>
        </p:txBody>
      </p:sp>
      <p:sp>
        <p:nvSpPr>
          <p:cNvPr id="100"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8"/>
          </p:nvPr>
        </p:nvSpPr>
        <p:spPr/>
        <p:txBody>
          <a:bodyPr/>
          <a:p>
            <a:fld id="{78C81488-673D-48BC-BA70-5C816C892EFC}" type="slidenum">
              <a:t>&lt;#&gt;</a:t>
            </a:fld>
          </a:p>
        </p:txBody>
      </p:sp>
      <p:sp>
        <p:nvSpPr>
          <p:cNvPr id="6" name="PlaceHolder 5"/>
          <p:cNvSpPr>
            <a:spLocks noGrp="1"/>
          </p:cNvSpPr>
          <p:nvPr>
            <p:ph type="dt" idx="9"/>
          </p:nvPr>
        </p:nvSpPr>
        <p:spPr/>
        <p:txBody>
          <a:bodyPr/>
          <a:p>
            <a:r>
              <a:rPr lang="en-US"/>
              <a:t/>
            </a: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0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Liberation Sans Narrow"/>
            </a:endParaRPr>
          </a:p>
        </p:txBody>
      </p:sp>
      <p:sp>
        <p:nvSpPr>
          <p:cNvPr id="102"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103"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5" name="PlaceHolder 4"/>
          <p:cNvSpPr>
            <a:spLocks noGrp="1"/>
          </p:cNvSpPr>
          <p:nvPr>
            <p:ph type="ftr" idx="7"/>
          </p:nvPr>
        </p:nvSpPr>
        <p:spPr/>
        <p:txBody>
          <a:bodyPr/>
          <a:p>
            <a:r>
              <a:t>Footer</a:t>
            </a:r>
          </a:p>
        </p:txBody>
      </p:sp>
      <p:sp>
        <p:nvSpPr>
          <p:cNvPr id="6" name="PlaceHolder 5"/>
          <p:cNvSpPr>
            <a:spLocks noGrp="1"/>
          </p:cNvSpPr>
          <p:nvPr>
            <p:ph type="sldNum" idx="8"/>
          </p:nvPr>
        </p:nvSpPr>
        <p:spPr/>
        <p:txBody>
          <a:bodyPr/>
          <a:p>
            <a:fld id="{0DFA547A-B7ED-4F84-992D-045AB73F224E}" type="slidenum">
              <a:t>&lt;#&gt;</a:t>
            </a:fld>
          </a:p>
        </p:txBody>
      </p:sp>
      <p:sp>
        <p:nvSpPr>
          <p:cNvPr id="7" name="PlaceHolder 6"/>
          <p:cNvSpPr>
            <a:spLocks noGrp="1"/>
          </p:cNvSpPr>
          <p:nvPr>
            <p:ph type="dt" idx="9"/>
          </p:nvPr>
        </p:nvSpPr>
        <p:spPr/>
        <p:txBody>
          <a:bodyPr/>
          <a:p>
            <a:r>
              <a:rPr lang="en-US"/>
              <a:t/>
            </a: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0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Liberation Sans Narrow"/>
            </a:endParaRPr>
          </a:p>
        </p:txBody>
      </p:sp>
      <p:sp>
        <p:nvSpPr>
          <p:cNvPr id="3" name="PlaceHolder 2"/>
          <p:cNvSpPr>
            <a:spLocks noGrp="1"/>
          </p:cNvSpPr>
          <p:nvPr>
            <p:ph type="ftr" idx="7"/>
          </p:nvPr>
        </p:nvSpPr>
        <p:spPr/>
        <p:txBody>
          <a:bodyPr/>
          <a:p>
            <a:r>
              <a:t>Footer</a:t>
            </a:r>
          </a:p>
        </p:txBody>
      </p:sp>
      <p:sp>
        <p:nvSpPr>
          <p:cNvPr id="4" name="PlaceHolder 3"/>
          <p:cNvSpPr>
            <a:spLocks noGrp="1"/>
          </p:cNvSpPr>
          <p:nvPr>
            <p:ph type="sldNum" idx="8"/>
          </p:nvPr>
        </p:nvSpPr>
        <p:spPr/>
        <p:txBody>
          <a:bodyPr/>
          <a:p>
            <a:fld id="{EBD935EC-C0CA-4089-B9D4-93D2A0DF11C5}" type="slidenum">
              <a:t>&lt;#&gt;</a:t>
            </a:fld>
          </a:p>
        </p:txBody>
      </p:sp>
      <p:sp>
        <p:nvSpPr>
          <p:cNvPr id="5" name="PlaceHolder 4"/>
          <p:cNvSpPr>
            <a:spLocks noGrp="1"/>
          </p:cNvSpPr>
          <p:nvPr>
            <p:ph type="dt" idx="9"/>
          </p:nvPr>
        </p:nvSpPr>
        <p:spPr/>
        <p:txBody>
          <a:bodyPr/>
          <a:p>
            <a:r>
              <a:rPr lang="en-US"/>
              <a:t/>
            </a: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5" name="PlaceHolder 1"/>
          <p:cNvSpPr>
            <a:spLocks noGrp="1"/>
          </p:cNvSpPr>
          <p:nvPr>
            <p:ph type="subTitle"/>
          </p:nvPr>
        </p:nvSpPr>
        <p:spPr>
          <a:xfrm>
            <a:off x="457200" y="273600"/>
            <a:ext cx="8229240" cy="5307840"/>
          </a:xfrm>
          <a:prstGeom prst="rect">
            <a:avLst/>
          </a:prstGeom>
          <a:noFill/>
          <a:ln w="0">
            <a:noFill/>
          </a:ln>
        </p:spPr>
        <p:txBody>
          <a:bodyPr lIns="0" rIns="0" tIns="0" bIns="0" anchor="ctr">
            <a:noAutofit/>
          </a:bodyPr>
          <a:p>
            <a:pPr algn="ctr">
              <a:buNone/>
            </a:pPr>
            <a:endParaRPr b="0" lang="en-US" sz="3200" spc="-1" strike="noStrike">
              <a:latin typeface="Liberation Sans Narrow"/>
            </a:endParaRPr>
          </a:p>
        </p:txBody>
      </p:sp>
      <p:sp>
        <p:nvSpPr>
          <p:cNvPr id="3" name="PlaceHolder 2"/>
          <p:cNvSpPr>
            <a:spLocks noGrp="1"/>
          </p:cNvSpPr>
          <p:nvPr>
            <p:ph type="ftr" idx="7"/>
          </p:nvPr>
        </p:nvSpPr>
        <p:spPr/>
        <p:txBody>
          <a:bodyPr/>
          <a:p>
            <a:r>
              <a:t>Footer</a:t>
            </a:r>
          </a:p>
        </p:txBody>
      </p:sp>
      <p:sp>
        <p:nvSpPr>
          <p:cNvPr id="4" name="PlaceHolder 3"/>
          <p:cNvSpPr>
            <a:spLocks noGrp="1"/>
          </p:cNvSpPr>
          <p:nvPr>
            <p:ph type="sldNum" idx="8"/>
          </p:nvPr>
        </p:nvSpPr>
        <p:spPr/>
        <p:txBody>
          <a:bodyPr/>
          <a:p>
            <a:fld id="{E53A08C0-0F8C-455E-ACF8-F47DB153A28F}" type="slidenum">
              <a:t>&lt;#&gt;</a:t>
            </a:fld>
          </a:p>
        </p:txBody>
      </p:sp>
      <p:sp>
        <p:nvSpPr>
          <p:cNvPr id="5" name="PlaceHolder 4"/>
          <p:cNvSpPr>
            <a:spLocks noGrp="1"/>
          </p:cNvSpPr>
          <p:nvPr>
            <p:ph type="dt" idx="9"/>
          </p:nvPr>
        </p:nvSpPr>
        <p:spPr/>
        <p:txBody>
          <a:bodyPr/>
          <a:p>
            <a:r>
              <a:rPr lang="en-US"/>
              <a:t/>
            </a: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Liberation Sans Narrow"/>
            </a:endParaRPr>
          </a:p>
        </p:txBody>
      </p:sp>
      <p:sp>
        <p:nvSpPr>
          <p:cNvPr id="107"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108"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109"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6" name="PlaceHolder 5"/>
          <p:cNvSpPr>
            <a:spLocks noGrp="1"/>
          </p:cNvSpPr>
          <p:nvPr>
            <p:ph type="ftr" idx="7"/>
          </p:nvPr>
        </p:nvSpPr>
        <p:spPr/>
        <p:txBody>
          <a:bodyPr/>
          <a:p>
            <a:r>
              <a:t>Footer</a:t>
            </a:r>
          </a:p>
        </p:txBody>
      </p:sp>
      <p:sp>
        <p:nvSpPr>
          <p:cNvPr id="7" name="PlaceHolder 6"/>
          <p:cNvSpPr>
            <a:spLocks noGrp="1"/>
          </p:cNvSpPr>
          <p:nvPr>
            <p:ph type="sldNum" idx="8"/>
          </p:nvPr>
        </p:nvSpPr>
        <p:spPr/>
        <p:txBody>
          <a:bodyPr/>
          <a:p>
            <a:fld id="{F26D3239-7039-4CC9-97B4-EABEDEA61453}" type="slidenum">
              <a:t>&lt;#&gt;</a:t>
            </a:fld>
          </a:p>
        </p:txBody>
      </p:sp>
      <p:sp>
        <p:nvSpPr>
          <p:cNvPr id="8" name="PlaceHolder 7"/>
          <p:cNvSpPr>
            <a:spLocks noGrp="1"/>
          </p:cNvSpPr>
          <p:nvPr>
            <p:ph type="dt" idx="9"/>
          </p:nvPr>
        </p:nvSpPr>
        <p:spPr/>
        <p:txBody>
          <a:bodyPr/>
          <a:p>
            <a:r>
              <a:rPr lang="en-US"/>
              <a:t/>
            </a: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1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Liberation Sans Narrow"/>
            </a:endParaRPr>
          </a:p>
        </p:txBody>
      </p:sp>
      <p:sp>
        <p:nvSpPr>
          <p:cNvPr id="111"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112"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113"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6" name="PlaceHolder 5"/>
          <p:cNvSpPr>
            <a:spLocks noGrp="1"/>
          </p:cNvSpPr>
          <p:nvPr>
            <p:ph type="ftr" idx="7"/>
          </p:nvPr>
        </p:nvSpPr>
        <p:spPr/>
        <p:txBody>
          <a:bodyPr/>
          <a:p>
            <a:r>
              <a:t>Footer</a:t>
            </a:r>
          </a:p>
        </p:txBody>
      </p:sp>
      <p:sp>
        <p:nvSpPr>
          <p:cNvPr id="7" name="PlaceHolder 6"/>
          <p:cNvSpPr>
            <a:spLocks noGrp="1"/>
          </p:cNvSpPr>
          <p:nvPr>
            <p:ph type="sldNum" idx="8"/>
          </p:nvPr>
        </p:nvSpPr>
        <p:spPr/>
        <p:txBody>
          <a:bodyPr/>
          <a:p>
            <a:fld id="{A50175C4-6430-4846-9283-680332318CEC}" type="slidenum">
              <a:t>&lt;#&gt;</a:t>
            </a:fld>
          </a:p>
        </p:txBody>
      </p:sp>
      <p:sp>
        <p:nvSpPr>
          <p:cNvPr id="8" name="PlaceHolder 7"/>
          <p:cNvSpPr>
            <a:spLocks noGrp="1"/>
          </p:cNvSpPr>
          <p:nvPr>
            <p:ph type="dt" idx="9"/>
          </p:nvPr>
        </p:nvSpPr>
        <p:spPr/>
        <p:txBody>
          <a:bodyPr/>
          <a:p>
            <a:r>
              <a:rPr lang="en-US"/>
              <a:t/>
            </a: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1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Liberation Sans Narrow"/>
            </a:endParaRPr>
          </a:p>
        </p:txBody>
      </p:sp>
      <p:sp>
        <p:nvSpPr>
          <p:cNvPr id="115"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116"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117"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6" name="PlaceHolder 5"/>
          <p:cNvSpPr>
            <a:spLocks noGrp="1"/>
          </p:cNvSpPr>
          <p:nvPr>
            <p:ph type="ftr" idx="7"/>
          </p:nvPr>
        </p:nvSpPr>
        <p:spPr/>
        <p:txBody>
          <a:bodyPr/>
          <a:p>
            <a:r>
              <a:t>Footer</a:t>
            </a:r>
          </a:p>
        </p:txBody>
      </p:sp>
      <p:sp>
        <p:nvSpPr>
          <p:cNvPr id="7" name="PlaceHolder 6"/>
          <p:cNvSpPr>
            <a:spLocks noGrp="1"/>
          </p:cNvSpPr>
          <p:nvPr>
            <p:ph type="sldNum" idx="8"/>
          </p:nvPr>
        </p:nvSpPr>
        <p:spPr/>
        <p:txBody>
          <a:bodyPr/>
          <a:p>
            <a:fld id="{8F236B54-FFAD-47CE-A141-168579C99D41}" type="slidenum">
              <a:t>&lt;#&gt;</a:t>
            </a:fld>
          </a:p>
        </p:txBody>
      </p:sp>
      <p:sp>
        <p:nvSpPr>
          <p:cNvPr id="8" name="PlaceHolder 7"/>
          <p:cNvSpPr>
            <a:spLocks noGrp="1"/>
          </p:cNvSpPr>
          <p:nvPr>
            <p:ph type="dt" idx="9"/>
          </p:nvPr>
        </p:nvSpPr>
        <p:spPr/>
        <p:txBody>
          <a:bodyPr/>
          <a:p>
            <a:r>
              <a:rPr lang="en-US"/>
              <a:t/>
            </a: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1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Liberation Sans Narrow"/>
            </a:endParaRPr>
          </a:p>
        </p:txBody>
      </p:sp>
      <p:sp>
        <p:nvSpPr>
          <p:cNvPr id="119"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120"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5" name="PlaceHolder 4"/>
          <p:cNvSpPr>
            <a:spLocks noGrp="1"/>
          </p:cNvSpPr>
          <p:nvPr>
            <p:ph type="ftr" idx="7"/>
          </p:nvPr>
        </p:nvSpPr>
        <p:spPr/>
        <p:txBody>
          <a:bodyPr/>
          <a:p>
            <a:r>
              <a:t>Footer</a:t>
            </a:r>
          </a:p>
        </p:txBody>
      </p:sp>
      <p:sp>
        <p:nvSpPr>
          <p:cNvPr id="6" name="PlaceHolder 5"/>
          <p:cNvSpPr>
            <a:spLocks noGrp="1"/>
          </p:cNvSpPr>
          <p:nvPr>
            <p:ph type="sldNum" idx="8"/>
          </p:nvPr>
        </p:nvSpPr>
        <p:spPr/>
        <p:txBody>
          <a:bodyPr/>
          <a:p>
            <a:fld id="{8555F21F-7687-46DE-88A5-8197F2C3D448}" type="slidenum">
              <a:t>&lt;#&gt;</a:t>
            </a:fld>
          </a:p>
        </p:txBody>
      </p:sp>
      <p:sp>
        <p:nvSpPr>
          <p:cNvPr id="7" name="PlaceHolder 6"/>
          <p:cNvSpPr>
            <a:spLocks noGrp="1"/>
          </p:cNvSpPr>
          <p:nvPr>
            <p:ph type="dt" idx="9"/>
          </p:nvPr>
        </p:nvSpPr>
        <p:spPr/>
        <p:txBody>
          <a:bodyPr/>
          <a:p>
            <a:r>
              <a:rPr lang="en-US"/>
              <a:t/>
            </a: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2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Liberation Sans Narrow"/>
            </a:endParaRPr>
          </a:p>
        </p:txBody>
      </p:sp>
      <p:sp>
        <p:nvSpPr>
          <p:cNvPr id="122"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123"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124"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125"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7" name="PlaceHolder 6"/>
          <p:cNvSpPr>
            <a:spLocks noGrp="1"/>
          </p:cNvSpPr>
          <p:nvPr>
            <p:ph type="ftr" idx="7"/>
          </p:nvPr>
        </p:nvSpPr>
        <p:spPr/>
        <p:txBody>
          <a:bodyPr/>
          <a:p>
            <a:r>
              <a:t>Footer</a:t>
            </a:r>
          </a:p>
        </p:txBody>
      </p:sp>
      <p:sp>
        <p:nvSpPr>
          <p:cNvPr id="8" name="PlaceHolder 7"/>
          <p:cNvSpPr>
            <a:spLocks noGrp="1"/>
          </p:cNvSpPr>
          <p:nvPr>
            <p:ph type="sldNum" idx="8"/>
          </p:nvPr>
        </p:nvSpPr>
        <p:spPr/>
        <p:txBody>
          <a:bodyPr/>
          <a:p>
            <a:fld id="{6C396E8A-C962-4323-8F44-443C5AF33E9E}" type="slidenum">
              <a:t>&lt;#&gt;</a:t>
            </a:fld>
          </a:p>
        </p:txBody>
      </p:sp>
      <p:sp>
        <p:nvSpPr>
          <p:cNvPr id="9" name="PlaceHolder 8"/>
          <p:cNvSpPr>
            <a:spLocks noGrp="1"/>
          </p:cNvSpPr>
          <p:nvPr>
            <p:ph type="dt" idx="9"/>
          </p:nvPr>
        </p:nvSpPr>
        <p:spPr/>
        <p:txBody>
          <a:bodyPr/>
          <a:p>
            <a:r>
              <a:rPr lang="en-US"/>
              <a:t/>
            </a: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2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Liberation Sans Narrow"/>
            </a:endParaRPr>
          </a:p>
        </p:txBody>
      </p:sp>
      <p:sp>
        <p:nvSpPr>
          <p:cNvPr id="127" name="PlaceHolder 2"/>
          <p:cNvSpPr>
            <a:spLocks noGrp="1"/>
          </p:cNvSpPr>
          <p:nvPr>
            <p:ph/>
          </p:nvPr>
        </p:nvSpPr>
        <p:spPr>
          <a:xfrm>
            <a:off x="457200" y="1604520"/>
            <a:ext cx="2649600" cy="189684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128" name="PlaceHolder 3"/>
          <p:cNvSpPr>
            <a:spLocks noGrp="1"/>
          </p:cNvSpPr>
          <p:nvPr>
            <p:ph/>
          </p:nvPr>
        </p:nvSpPr>
        <p:spPr>
          <a:xfrm>
            <a:off x="3239640" y="1604520"/>
            <a:ext cx="2649600" cy="189684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129" name="PlaceHolder 4"/>
          <p:cNvSpPr>
            <a:spLocks noGrp="1"/>
          </p:cNvSpPr>
          <p:nvPr>
            <p:ph/>
          </p:nvPr>
        </p:nvSpPr>
        <p:spPr>
          <a:xfrm>
            <a:off x="6022080" y="1604520"/>
            <a:ext cx="2649600" cy="189684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130" name="PlaceHolder 5"/>
          <p:cNvSpPr>
            <a:spLocks noGrp="1"/>
          </p:cNvSpPr>
          <p:nvPr>
            <p:ph/>
          </p:nvPr>
        </p:nvSpPr>
        <p:spPr>
          <a:xfrm>
            <a:off x="457200" y="3682080"/>
            <a:ext cx="2649600" cy="189684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131" name="PlaceHolder 6"/>
          <p:cNvSpPr>
            <a:spLocks noGrp="1"/>
          </p:cNvSpPr>
          <p:nvPr>
            <p:ph/>
          </p:nvPr>
        </p:nvSpPr>
        <p:spPr>
          <a:xfrm>
            <a:off x="3239640" y="3682080"/>
            <a:ext cx="2649600" cy="189684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132" name="PlaceHolder 7"/>
          <p:cNvSpPr>
            <a:spLocks noGrp="1"/>
          </p:cNvSpPr>
          <p:nvPr>
            <p:ph/>
          </p:nvPr>
        </p:nvSpPr>
        <p:spPr>
          <a:xfrm>
            <a:off x="6022080" y="3682080"/>
            <a:ext cx="2649600" cy="189684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9" name="PlaceHolder 8"/>
          <p:cNvSpPr>
            <a:spLocks noGrp="1"/>
          </p:cNvSpPr>
          <p:nvPr>
            <p:ph type="ftr" idx="7"/>
          </p:nvPr>
        </p:nvSpPr>
        <p:spPr/>
        <p:txBody>
          <a:bodyPr/>
          <a:p>
            <a:r>
              <a:t>Footer</a:t>
            </a:r>
          </a:p>
        </p:txBody>
      </p:sp>
      <p:sp>
        <p:nvSpPr>
          <p:cNvPr id="10" name="PlaceHolder 9"/>
          <p:cNvSpPr>
            <a:spLocks noGrp="1"/>
          </p:cNvSpPr>
          <p:nvPr>
            <p:ph type="sldNum" idx="8"/>
          </p:nvPr>
        </p:nvSpPr>
        <p:spPr/>
        <p:txBody>
          <a:bodyPr/>
          <a:p>
            <a:fld id="{D20CC1A8-B433-4780-8203-F28D9C39FD93}" type="slidenum">
              <a:t>&lt;#&gt;</a:t>
            </a:fld>
          </a:p>
        </p:txBody>
      </p:sp>
      <p:sp>
        <p:nvSpPr>
          <p:cNvPr id="11" name="PlaceHolder 10"/>
          <p:cNvSpPr>
            <a:spLocks noGrp="1"/>
          </p:cNvSpPr>
          <p:nvPr>
            <p:ph type="dt" idx="9"/>
          </p:nvPr>
        </p:nvSpPr>
        <p:spPr/>
        <p:txBody>
          <a:bodyPr/>
          <a:p>
            <a:r>
              <a:rPr lang="en-US"/>
              <a:t/>
            </a: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0"/>
          </p:nvPr>
        </p:nvSpPr>
        <p:spPr/>
        <p:txBody>
          <a:bodyPr/>
          <a:p>
            <a:r>
              <a:t>Footer</a:t>
            </a:r>
          </a:p>
        </p:txBody>
      </p:sp>
      <p:sp>
        <p:nvSpPr>
          <p:cNvPr id="3" name="PlaceHolder 2"/>
          <p:cNvSpPr>
            <a:spLocks noGrp="1"/>
          </p:cNvSpPr>
          <p:nvPr>
            <p:ph type="sldNum" idx="11"/>
          </p:nvPr>
        </p:nvSpPr>
        <p:spPr/>
        <p:txBody>
          <a:bodyPr/>
          <a:p>
            <a:fld id="{ECBAD12E-2601-48C8-BADD-4EAF1F2830C3}" type="slidenum">
              <a:t>&lt;#&gt;</a:t>
            </a:fld>
          </a:p>
        </p:txBody>
      </p:sp>
      <p:sp>
        <p:nvSpPr>
          <p:cNvPr id="4" name="PlaceHolder 3"/>
          <p:cNvSpPr>
            <a:spLocks noGrp="1"/>
          </p:cNvSpPr>
          <p:nvPr>
            <p:ph type="dt" idx="12"/>
          </p:nvPr>
        </p:nvSpPr>
        <p:spPr/>
        <p:txBody>
          <a:bodyPr/>
          <a:p>
            <a:r>
              <a:rPr lang="en-US"/>
              <a:t/>
            </a:r>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4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Liberation Sans Narrow"/>
            </a:endParaRPr>
          </a:p>
        </p:txBody>
      </p:sp>
      <p:sp>
        <p:nvSpPr>
          <p:cNvPr id="141" name="PlaceHolder 2"/>
          <p:cNvSpPr>
            <a:spLocks noGrp="1"/>
          </p:cNvSpPr>
          <p:nvPr>
            <p:ph type="subTitle"/>
          </p:nvPr>
        </p:nvSpPr>
        <p:spPr>
          <a:xfrm>
            <a:off x="457200" y="1604520"/>
            <a:ext cx="8229240" cy="3977280"/>
          </a:xfrm>
          <a:prstGeom prst="rect">
            <a:avLst/>
          </a:prstGeom>
          <a:noFill/>
          <a:ln w="0">
            <a:noFill/>
          </a:ln>
        </p:spPr>
        <p:txBody>
          <a:bodyPr lIns="0" rIns="0" tIns="0" bIns="0" anchor="ctr">
            <a:noAutofit/>
          </a:bodyPr>
          <a:p>
            <a:pPr algn="ctr">
              <a:buNone/>
            </a:pPr>
            <a:endParaRPr b="0" lang="en-US" sz="3200" spc="-1" strike="noStrike">
              <a:latin typeface="Liberation Sans Narrow"/>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3E774B59-13FB-4D16-8AD9-FA5643BF540A}" type="slidenum">
              <a:t>&lt;#&gt;</a:t>
            </a:fld>
          </a:p>
        </p:txBody>
      </p:sp>
      <p:sp>
        <p:nvSpPr>
          <p:cNvPr id="6" name="PlaceHolder 5"/>
          <p:cNvSpPr>
            <a:spLocks noGrp="1"/>
          </p:cNvSpPr>
          <p:nvPr>
            <p:ph type="dt" idx="12"/>
          </p:nvPr>
        </p:nvSpPr>
        <p:spPr/>
        <p:txBody>
          <a:bodyPr/>
          <a:p>
            <a:r>
              <a:rPr lang="en-US"/>
              <a:t/>
            </a: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4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Liberation Sans Narrow"/>
            </a:endParaRPr>
          </a:p>
        </p:txBody>
      </p:sp>
      <p:sp>
        <p:nvSpPr>
          <p:cNvPr id="143"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919D1906-1A86-43AA-AC9F-0C4B998F0A46}" type="slidenum">
              <a:t>&lt;#&gt;</a:t>
            </a:fld>
          </a:p>
        </p:txBody>
      </p:sp>
      <p:sp>
        <p:nvSpPr>
          <p:cNvPr id="6" name="PlaceHolder 5"/>
          <p:cNvSpPr>
            <a:spLocks noGrp="1"/>
          </p:cNvSpPr>
          <p:nvPr>
            <p:ph type="dt" idx="12"/>
          </p:nvPr>
        </p:nvSpPr>
        <p:spPr/>
        <p:txBody>
          <a:bodyPr/>
          <a:p>
            <a:r>
              <a:rPr lang="en-US"/>
              <a:t/>
            </a: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4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Liberation Sans Narrow"/>
            </a:endParaRPr>
          </a:p>
        </p:txBody>
      </p:sp>
      <p:sp>
        <p:nvSpPr>
          <p:cNvPr id="145"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146"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5" name="PlaceHolder 4"/>
          <p:cNvSpPr>
            <a:spLocks noGrp="1"/>
          </p:cNvSpPr>
          <p:nvPr>
            <p:ph type="ftr" idx="10"/>
          </p:nvPr>
        </p:nvSpPr>
        <p:spPr/>
        <p:txBody>
          <a:bodyPr/>
          <a:p>
            <a:r>
              <a:t>Footer</a:t>
            </a:r>
          </a:p>
        </p:txBody>
      </p:sp>
      <p:sp>
        <p:nvSpPr>
          <p:cNvPr id="6" name="PlaceHolder 5"/>
          <p:cNvSpPr>
            <a:spLocks noGrp="1"/>
          </p:cNvSpPr>
          <p:nvPr>
            <p:ph type="sldNum" idx="11"/>
          </p:nvPr>
        </p:nvSpPr>
        <p:spPr/>
        <p:txBody>
          <a:bodyPr/>
          <a:p>
            <a:fld id="{28C1FD88-D510-420E-AEAC-9755F2923241}" type="slidenum">
              <a:t>&lt;#&gt;</a:t>
            </a:fld>
          </a:p>
        </p:txBody>
      </p:sp>
      <p:sp>
        <p:nvSpPr>
          <p:cNvPr id="7" name="PlaceHolder 6"/>
          <p:cNvSpPr>
            <a:spLocks noGrp="1"/>
          </p:cNvSpPr>
          <p:nvPr>
            <p:ph type="dt" idx="12"/>
          </p:nvPr>
        </p:nvSpPr>
        <p:spPr/>
        <p:txBody>
          <a:bodyPr/>
          <a:p>
            <a:r>
              <a:rPr lang="en-US"/>
              <a:t/>
            </a: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4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Liberation Sans Narrow"/>
            </a:endParaRPr>
          </a:p>
        </p:txBody>
      </p:sp>
      <p:sp>
        <p:nvSpPr>
          <p:cNvPr id="3" name="PlaceHolder 2"/>
          <p:cNvSpPr>
            <a:spLocks noGrp="1"/>
          </p:cNvSpPr>
          <p:nvPr>
            <p:ph type="ftr" idx="10"/>
          </p:nvPr>
        </p:nvSpPr>
        <p:spPr/>
        <p:txBody>
          <a:bodyPr/>
          <a:p>
            <a:r>
              <a:t>Footer</a:t>
            </a:r>
          </a:p>
        </p:txBody>
      </p:sp>
      <p:sp>
        <p:nvSpPr>
          <p:cNvPr id="4" name="PlaceHolder 3"/>
          <p:cNvSpPr>
            <a:spLocks noGrp="1"/>
          </p:cNvSpPr>
          <p:nvPr>
            <p:ph type="sldNum" idx="11"/>
          </p:nvPr>
        </p:nvSpPr>
        <p:spPr/>
        <p:txBody>
          <a:bodyPr/>
          <a:p>
            <a:fld id="{F537A693-EE22-4C60-8A2A-801C40F9302C}" type="slidenum">
              <a:t>&lt;#&gt;</a:t>
            </a:fld>
          </a:p>
        </p:txBody>
      </p:sp>
      <p:sp>
        <p:nvSpPr>
          <p:cNvPr id="5" name="PlaceHolder 4"/>
          <p:cNvSpPr>
            <a:spLocks noGrp="1"/>
          </p:cNvSpPr>
          <p:nvPr>
            <p:ph type="dt" idx="12"/>
          </p:nvPr>
        </p:nvSpPr>
        <p:spPr/>
        <p:txBody>
          <a:bodyPr/>
          <a:p>
            <a:r>
              <a:rPr lang="en-US"/>
              <a:t/>
            </a: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48" name="PlaceHolder 1"/>
          <p:cNvSpPr>
            <a:spLocks noGrp="1"/>
          </p:cNvSpPr>
          <p:nvPr>
            <p:ph type="subTitle"/>
          </p:nvPr>
        </p:nvSpPr>
        <p:spPr>
          <a:xfrm>
            <a:off x="457200" y="273600"/>
            <a:ext cx="8229240" cy="5307840"/>
          </a:xfrm>
          <a:prstGeom prst="rect">
            <a:avLst/>
          </a:prstGeom>
          <a:noFill/>
          <a:ln w="0">
            <a:noFill/>
          </a:ln>
        </p:spPr>
        <p:txBody>
          <a:bodyPr lIns="0" rIns="0" tIns="0" bIns="0" anchor="ctr">
            <a:noAutofit/>
          </a:bodyPr>
          <a:p>
            <a:pPr algn="ctr">
              <a:buNone/>
            </a:pPr>
            <a:endParaRPr b="0" lang="en-US" sz="3200" spc="-1" strike="noStrike">
              <a:latin typeface="Liberation Sans Narrow"/>
            </a:endParaRPr>
          </a:p>
        </p:txBody>
      </p:sp>
      <p:sp>
        <p:nvSpPr>
          <p:cNvPr id="3" name="PlaceHolder 2"/>
          <p:cNvSpPr>
            <a:spLocks noGrp="1"/>
          </p:cNvSpPr>
          <p:nvPr>
            <p:ph type="ftr" idx="10"/>
          </p:nvPr>
        </p:nvSpPr>
        <p:spPr/>
        <p:txBody>
          <a:bodyPr/>
          <a:p>
            <a:r>
              <a:t>Footer</a:t>
            </a:r>
          </a:p>
        </p:txBody>
      </p:sp>
      <p:sp>
        <p:nvSpPr>
          <p:cNvPr id="4" name="PlaceHolder 3"/>
          <p:cNvSpPr>
            <a:spLocks noGrp="1"/>
          </p:cNvSpPr>
          <p:nvPr>
            <p:ph type="sldNum" idx="11"/>
          </p:nvPr>
        </p:nvSpPr>
        <p:spPr/>
        <p:txBody>
          <a:bodyPr/>
          <a:p>
            <a:fld id="{68FDE515-EDAB-4F39-BA71-3C8732C5EC94}" type="slidenum">
              <a:t>&lt;#&gt;</a:t>
            </a:fld>
          </a:p>
        </p:txBody>
      </p:sp>
      <p:sp>
        <p:nvSpPr>
          <p:cNvPr id="5" name="PlaceHolder 4"/>
          <p:cNvSpPr>
            <a:spLocks noGrp="1"/>
          </p:cNvSpPr>
          <p:nvPr>
            <p:ph type="dt" idx="12"/>
          </p:nvPr>
        </p:nvSpPr>
        <p:spPr/>
        <p:txBody>
          <a:bodyPr/>
          <a:p>
            <a:r>
              <a:rPr lang="en-US"/>
              <a:t/>
            </a: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Liberation Sans Narrow"/>
            </a:endParaRPr>
          </a:p>
        </p:txBody>
      </p:sp>
      <p:sp>
        <p:nvSpPr>
          <p:cNvPr id="150"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151"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152"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6" name="PlaceHolder 5"/>
          <p:cNvSpPr>
            <a:spLocks noGrp="1"/>
          </p:cNvSpPr>
          <p:nvPr>
            <p:ph type="ftr" idx="10"/>
          </p:nvPr>
        </p:nvSpPr>
        <p:spPr/>
        <p:txBody>
          <a:bodyPr/>
          <a:p>
            <a:r>
              <a:t>Footer</a:t>
            </a:r>
          </a:p>
        </p:txBody>
      </p:sp>
      <p:sp>
        <p:nvSpPr>
          <p:cNvPr id="7" name="PlaceHolder 6"/>
          <p:cNvSpPr>
            <a:spLocks noGrp="1"/>
          </p:cNvSpPr>
          <p:nvPr>
            <p:ph type="sldNum" idx="11"/>
          </p:nvPr>
        </p:nvSpPr>
        <p:spPr/>
        <p:txBody>
          <a:bodyPr/>
          <a:p>
            <a:fld id="{0B9ADA7B-236C-4C64-85C0-275E804F58E9}" type="slidenum">
              <a:t>&lt;#&gt;</a:t>
            </a:fld>
          </a:p>
        </p:txBody>
      </p:sp>
      <p:sp>
        <p:nvSpPr>
          <p:cNvPr id="8" name="PlaceHolder 7"/>
          <p:cNvSpPr>
            <a:spLocks noGrp="1"/>
          </p:cNvSpPr>
          <p:nvPr>
            <p:ph type="dt" idx="12"/>
          </p:nvPr>
        </p:nvSpPr>
        <p:spPr/>
        <p:txBody>
          <a:bodyPr/>
          <a:p>
            <a:r>
              <a:rPr lang="en-US"/>
              <a:t/>
            </a: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Liberation Sans Narrow"/>
            </a:endParaRPr>
          </a:p>
        </p:txBody>
      </p:sp>
      <p:sp>
        <p:nvSpPr>
          <p:cNvPr id="154"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155"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156"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6" name="PlaceHolder 5"/>
          <p:cNvSpPr>
            <a:spLocks noGrp="1"/>
          </p:cNvSpPr>
          <p:nvPr>
            <p:ph type="ftr" idx="10"/>
          </p:nvPr>
        </p:nvSpPr>
        <p:spPr/>
        <p:txBody>
          <a:bodyPr/>
          <a:p>
            <a:r>
              <a:t>Footer</a:t>
            </a:r>
          </a:p>
        </p:txBody>
      </p:sp>
      <p:sp>
        <p:nvSpPr>
          <p:cNvPr id="7" name="PlaceHolder 6"/>
          <p:cNvSpPr>
            <a:spLocks noGrp="1"/>
          </p:cNvSpPr>
          <p:nvPr>
            <p:ph type="sldNum" idx="11"/>
          </p:nvPr>
        </p:nvSpPr>
        <p:spPr/>
        <p:txBody>
          <a:bodyPr/>
          <a:p>
            <a:fld id="{69C60B4D-97A3-4CF4-9DE2-A5F82A7673C7}" type="slidenum">
              <a:t>&lt;#&gt;</a:t>
            </a:fld>
          </a:p>
        </p:txBody>
      </p:sp>
      <p:sp>
        <p:nvSpPr>
          <p:cNvPr id="8" name="PlaceHolder 7"/>
          <p:cNvSpPr>
            <a:spLocks noGrp="1"/>
          </p:cNvSpPr>
          <p:nvPr>
            <p:ph type="dt" idx="12"/>
          </p:nvPr>
        </p:nvSpPr>
        <p:spPr/>
        <p:txBody>
          <a:bodyPr/>
          <a:p>
            <a:r>
              <a:rPr lang="en-US"/>
              <a:t/>
            </a: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5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Liberation Sans Narrow"/>
            </a:endParaRPr>
          </a:p>
        </p:txBody>
      </p:sp>
      <p:sp>
        <p:nvSpPr>
          <p:cNvPr id="158"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159"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160"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6" name="PlaceHolder 5"/>
          <p:cNvSpPr>
            <a:spLocks noGrp="1"/>
          </p:cNvSpPr>
          <p:nvPr>
            <p:ph type="ftr" idx="10"/>
          </p:nvPr>
        </p:nvSpPr>
        <p:spPr/>
        <p:txBody>
          <a:bodyPr/>
          <a:p>
            <a:r>
              <a:t>Footer</a:t>
            </a:r>
          </a:p>
        </p:txBody>
      </p:sp>
      <p:sp>
        <p:nvSpPr>
          <p:cNvPr id="7" name="PlaceHolder 6"/>
          <p:cNvSpPr>
            <a:spLocks noGrp="1"/>
          </p:cNvSpPr>
          <p:nvPr>
            <p:ph type="sldNum" idx="11"/>
          </p:nvPr>
        </p:nvSpPr>
        <p:spPr/>
        <p:txBody>
          <a:bodyPr/>
          <a:p>
            <a:fld id="{FAEA5ACA-B121-4431-A646-D33F948022F9}" type="slidenum">
              <a:t>&lt;#&gt;</a:t>
            </a:fld>
          </a:p>
        </p:txBody>
      </p:sp>
      <p:sp>
        <p:nvSpPr>
          <p:cNvPr id="8" name="PlaceHolder 7"/>
          <p:cNvSpPr>
            <a:spLocks noGrp="1"/>
          </p:cNvSpPr>
          <p:nvPr>
            <p:ph type="dt" idx="12"/>
          </p:nvPr>
        </p:nvSpPr>
        <p:spPr/>
        <p:txBody>
          <a:bodyPr/>
          <a:p>
            <a:r>
              <a:rPr lang="en-US"/>
              <a:t/>
            </a: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6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Liberation Sans Narrow"/>
            </a:endParaRPr>
          </a:p>
        </p:txBody>
      </p:sp>
      <p:sp>
        <p:nvSpPr>
          <p:cNvPr id="162"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163"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5" name="PlaceHolder 4"/>
          <p:cNvSpPr>
            <a:spLocks noGrp="1"/>
          </p:cNvSpPr>
          <p:nvPr>
            <p:ph type="ftr" idx="10"/>
          </p:nvPr>
        </p:nvSpPr>
        <p:spPr/>
        <p:txBody>
          <a:bodyPr/>
          <a:p>
            <a:r>
              <a:t>Footer</a:t>
            </a:r>
          </a:p>
        </p:txBody>
      </p:sp>
      <p:sp>
        <p:nvSpPr>
          <p:cNvPr id="6" name="PlaceHolder 5"/>
          <p:cNvSpPr>
            <a:spLocks noGrp="1"/>
          </p:cNvSpPr>
          <p:nvPr>
            <p:ph type="sldNum" idx="11"/>
          </p:nvPr>
        </p:nvSpPr>
        <p:spPr/>
        <p:txBody>
          <a:bodyPr/>
          <a:p>
            <a:fld id="{82AB7933-D323-4778-A473-96C88F7AE851}" type="slidenum">
              <a:t>&lt;#&gt;</a:t>
            </a:fld>
          </a:p>
        </p:txBody>
      </p:sp>
      <p:sp>
        <p:nvSpPr>
          <p:cNvPr id="7" name="PlaceHolder 6"/>
          <p:cNvSpPr>
            <a:spLocks noGrp="1"/>
          </p:cNvSpPr>
          <p:nvPr>
            <p:ph type="dt" idx="12"/>
          </p:nvPr>
        </p:nvSpPr>
        <p:spPr/>
        <p:txBody>
          <a:bodyPr/>
          <a:p>
            <a:r>
              <a:rPr lang="en-US"/>
              <a:t/>
            </a: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6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Liberation Sans Narrow"/>
            </a:endParaRPr>
          </a:p>
        </p:txBody>
      </p:sp>
      <p:sp>
        <p:nvSpPr>
          <p:cNvPr id="165"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166"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167"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168"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7" name="PlaceHolder 6"/>
          <p:cNvSpPr>
            <a:spLocks noGrp="1"/>
          </p:cNvSpPr>
          <p:nvPr>
            <p:ph type="ftr" idx="10"/>
          </p:nvPr>
        </p:nvSpPr>
        <p:spPr/>
        <p:txBody>
          <a:bodyPr/>
          <a:p>
            <a:r>
              <a:t>Footer</a:t>
            </a:r>
          </a:p>
        </p:txBody>
      </p:sp>
      <p:sp>
        <p:nvSpPr>
          <p:cNvPr id="8" name="PlaceHolder 7"/>
          <p:cNvSpPr>
            <a:spLocks noGrp="1"/>
          </p:cNvSpPr>
          <p:nvPr>
            <p:ph type="sldNum" idx="11"/>
          </p:nvPr>
        </p:nvSpPr>
        <p:spPr/>
        <p:txBody>
          <a:bodyPr/>
          <a:p>
            <a:fld id="{BBA75AEC-28EE-48E3-8BA7-C5EDE3F8FCB1}" type="slidenum">
              <a:t>&lt;#&gt;</a:t>
            </a:fld>
          </a:p>
        </p:txBody>
      </p:sp>
      <p:sp>
        <p:nvSpPr>
          <p:cNvPr id="9" name="PlaceHolder 8"/>
          <p:cNvSpPr>
            <a:spLocks noGrp="1"/>
          </p:cNvSpPr>
          <p:nvPr>
            <p:ph type="dt" idx="12"/>
          </p:nvPr>
        </p:nvSpPr>
        <p:spPr/>
        <p:txBody>
          <a:bodyPr/>
          <a:p>
            <a:r>
              <a:rPr lang="en-US"/>
              <a:t/>
            </a: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6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Liberation Sans Narrow"/>
            </a:endParaRPr>
          </a:p>
        </p:txBody>
      </p:sp>
      <p:sp>
        <p:nvSpPr>
          <p:cNvPr id="170" name="PlaceHolder 2"/>
          <p:cNvSpPr>
            <a:spLocks noGrp="1"/>
          </p:cNvSpPr>
          <p:nvPr>
            <p:ph/>
          </p:nvPr>
        </p:nvSpPr>
        <p:spPr>
          <a:xfrm>
            <a:off x="457200" y="1604520"/>
            <a:ext cx="2649600" cy="189684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171" name="PlaceHolder 3"/>
          <p:cNvSpPr>
            <a:spLocks noGrp="1"/>
          </p:cNvSpPr>
          <p:nvPr>
            <p:ph/>
          </p:nvPr>
        </p:nvSpPr>
        <p:spPr>
          <a:xfrm>
            <a:off x="3239640" y="1604520"/>
            <a:ext cx="2649600" cy="189684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172" name="PlaceHolder 4"/>
          <p:cNvSpPr>
            <a:spLocks noGrp="1"/>
          </p:cNvSpPr>
          <p:nvPr>
            <p:ph/>
          </p:nvPr>
        </p:nvSpPr>
        <p:spPr>
          <a:xfrm>
            <a:off x="6022080" y="1604520"/>
            <a:ext cx="2649600" cy="189684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173" name="PlaceHolder 5"/>
          <p:cNvSpPr>
            <a:spLocks noGrp="1"/>
          </p:cNvSpPr>
          <p:nvPr>
            <p:ph/>
          </p:nvPr>
        </p:nvSpPr>
        <p:spPr>
          <a:xfrm>
            <a:off x="457200" y="3682080"/>
            <a:ext cx="2649600" cy="189684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174" name="PlaceHolder 6"/>
          <p:cNvSpPr>
            <a:spLocks noGrp="1"/>
          </p:cNvSpPr>
          <p:nvPr>
            <p:ph/>
          </p:nvPr>
        </p:nvSpPr>
        <p:spPr>
          <a:xfrm>
            <a:off x="3239640" y="3682080"/>
            <a:ext cx="2649600" cy="189684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175" name="PlaceHolder 7"/>
          <p:cNvSpPr>
            <a:spLocks noGrp="1"/>
          </p:cNvSpPr>
          <p:nvPr>
            <p:ph/>
          </p:nvPr>
        </p:nvSpPr>
        <p:spPr>
          <a:xfrm>
            <a:off x="6022080" y="3682080"/>
            <a:ext cx="2649600" cy="1896840"/>
          </a:xfrm>
          <a:prstGeom prst="rect">
            <a:avLst/>
          </a:prstGeom>
          <a:noFill/>
          <a:ln w="0">
            <a:noFill/>
          </a:ln>
        </p:spPr>
        <p:txBody>
          <a:bodyPr lIns="0" rIns="0" tIns="0" bIns="0" anchor="t">
            <a:normAutofit/>
          </a:bodyPr>
          <a:p>
            <a:endParaRPr b="0" lang="en-US" sz="3200" spc="-1" strike="noStrike">
              <a:latin typeface="Liberation Sans Narrow"/>
            </a:endParaRPr>
          </a:p>
        </p:txBody>
      </p:sp>
      <p:sp>
        <p:nvSpPr>
          <p:cNvPr id="9" name="PlaceHolder 8"/>
          <p:cNvSpPr>
            <a:spLocks noGrp="1"/>
          </p:cNvSpPr>
          <p:nvPr>
            <p:ph type="ftr" idx="10"/>
          </p:nvPr>
        </p:nvSpPr>
        <p:spPr/>
        <p:txBody>
          <a:bodyPr/>
          <a:p>
            <a:r>
              <a:t>Footer</a:t>
            </a:r>
          </a:p>
        </p:txBody>
      </p:sp>
      <p:sp>
        <p:nvSpPr>
          <p:cNvPr id="10" name="PlaceHolder 9"/>
          <p:cNvSpPr>
            <a:spLocks noGrp="1"/>
          </p:cNvSpPr>
          <p:nvPr>
            <p:ph type="sldNum" idx="11"/>
          </p:nvPr>
        </p:nvSpPr>
        <p:spPr/>
        <p:txBody>
          <a:bodyPr/>
          <a:p>
            <a:fld id="{F706DEFA-D249-4740-9129-23E2741BD0C9}" type="slidenum">
              <a:t>&lt;#&gt;</a:t>
            </a:fld>
          </a:p>
        </p:txBody>
      </p:sp>
      <p:sp>
        <p:nvSpPr>
          <p:cNvPr id="11" name="PlaceHolder 10"/>
          <p:cNvSpPr>
            <a:spLocks noGrp="1"/>
          </p:cNvSpPr>
          <p:nvPr>
            <p:ph type="dt" idx="12"/>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Google Shape;10;p29" hidden="1"/>
          <p:cNvSpPr/>
          <p:nvPr/>
        </p:nvSpPr>
        <p:spPr>
          <a:xfrm>
            <a:off x="152280" y="1635120"/>
            <a:ext cx="8830800" cy="5044320"/>
          </a:xfrm>
          <a:prstGeom prst="rect">
            <a:avLst/>
          </a:prstGeom>
          <a:solidFill>
            <a:schemeClr val="lt2"/>
          </a:solidFill>
          <a:ln w="0">
            <a:noFill/>
          </a:ln>
        </p:spPr>
        <p:style>
          <a:lnRef idx="0"/>
          <a:fillRef idx="0"/>
          <a:effectRef idx="0"/>
          <a:fontRef idx="minor"/>
        </p:style>
      </p:sp>
      <p:sp>
        <p:nvSpPr>
          <p:cNvPr id="1" name="Google Shape;11;p29" hidden="1"/>
          <p:cNvSpPr/>
          <p:nvPr/>
        </p:nvSpPr>
        <p:spPr>
          <a:xfrm>
            <a:off x="152280" y="152280"/>
            <a:ext cx="8812800" cy="1345320"/>
          </a:xfrm>
          <a:prstGeom prst="rect">
            <a:avLst/>
          </a:prstGeom>
          <a:solidFill>
            <a:schemeClr val="dk2"/>
          </a:solidFill>
          <a:ln w="0">
            <a:noFill/>
          </a:ln>
        </p:spPr>
        <p:style>
          <a:lnRef idx="0"/>
          <a:fillRef idx="0"/>
          <a:effectRef idx="0"/>
          <a:fontRef idx="minor"/>
        </p:style>
      </p:sp>
      <p:sp>
        <p:nvSpPr>
          <p:cNvPr id="2" name="Google Shape;18;p30"/>
          <p:cNvSpPr/>
          <p:nvPr/>
        </p:nvSpPr>
        <p:spPr>
          <a:xfrm>
            <a:off x="7010280" y="152280"/>
            <a:ext cx="1980000" cy="6555240"/>
          </a:xfrm>
          <a:prstGeom prst="rect">
            <a:avLst/>
          </a:prstGeom>
          <a:solidFill>
            <a:schemeClr val="accent1"/>
          </a:solidFill>
          <a:ln w="0">
            <a:noFill/>
          </a:ln>
        </p:spPr>
        <p:style>
          <a:lnRef idx="0"/>
          <a:fillRef idx="0"/>
          <a:effectRef idx="0"/>
          <a:fontRef idx="minor"/>
        </p:style>
      </p:sp>
      <p:sp>
        <p:nvSpPr>
          <p:cNvPr id="3" name="Google Shape;19;p30"/>
          <p:cNvSpPr/>
          <p:nvPr/>
        </p:nvSpPr>
        <p:spPr>
          <a:xfrm>
            <a:off x="152280" y="154080"/>
            <a:ext cx="6704640" cy="6552000"/>
          </a:xfrm>
          <a:prstGeom prst="rect">
            <a:avLst/>
          </a:prstGeom>
          <a:solidFill>
            <a:schemeClr val="dk2"/>
          </a:solidFill>
          <a:ln w="0">
            <a:noFill/>
          </a:ln>
        </p:spPr>
        <p:style>
          <a:lnRef idx="0"/>
          <a:fillRef idx="0"/>
          <a:effectRef idx="0"/>
          <a:fontRef idx="minor"/>
        </p:style>
      </p:sp>
      <p:sp>
        <p:nvSpPr>
          <p:cNvPr id="4"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r>
              <a:rPr b="0" lang="en-US" sz="1800" spc="-1" strike="noStrike">
                <a:latin typeface="Arial"/>
              </a:rPr>
              <a:t>Click to edit the title text format</a:t>
            </a:r>
            <a:endParaRPr b="0" lang="en-US" sz="1800" spc="-1" strike="noStrike">
              <a:latin typeface="Liberation Sans Narrow"/>
            </a:endParaRPr>
          </a:p>
        </p:txBody>
      </p:sp>
      <p:sp>
        <p:nvSpPr>
          <p:cNvPr id="5" name="PlaceHolder 2"/>
          <p:cNvSpPr>
            <a:spLocks noGrp="1"/>
          </p:cNvSpPr>
          <p:nvPr>
            <p:ph type="body"/>
          </p:nvPr>
        </p:nvSpPr>
        <p:spPr>
          <a:xfrm>
            <a:off x="457200" y="1604520"/>
            <a:ext cx="82288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latin typeface="Arial"/>
              </a:rPr>
              <a:t>Click to edit the outline text format</a:t>
            </a:r>
            <a:endParaRPr b="0" lang="en-US" sz="1800" spc="-1" strike="noStrike">
              <a:latin typeface="Liberation Sans Narrow"/>
            </a:endParaRPr>
          </a:p>
          <a:p>
            <a:pPr lvl="1" marL="864000" indent="-324000">
              <a:spcBef>
                <a:spcPts val="1134"/>
              </a:spcBef>
              <a:buClr>
                <a:srgbClr val="000000"/>
              </a:buClr>
              <a:buSzPct val="75000"/>
              <a:buFont typeface="Symbol" charset="2"/>
              <a:buChar char=""/>
            </a:pPr>
            <a:r>
              <a:rPr b="0" lang="en-US" sz="1800" spc="-1" strike="noStrike">
                <a:latin typeface="Arial"/>
              </a:rPr>
              <a:t>Second Outline Level</a:t>
            </a:r>
            <a:endParaRPr b="0" lang="en-US" sz="1800" spc="-1" strike="noStrike">
              <a:latin typeface="Liberation Sans Narrow"/>
            </a:endParaRPr>
          </a:p>
          <a:p>
            <a:pPr lvl="2" marL="1296000" indent="-288000">
              <a:spcBef>
                <a:spcPts val="850"/>
              </a:spcBef>
              <a:buClr>
                <a:srgbClr val="000000"/>
              </a:buClr>
              <a:buSzPct val="45000"/>
              <a:buFont typeface="Wingdings" charset="2"/>
              <a:buChar char=""/>
            </a:pPr>
            <a:r>
              <a:rPr b="0" lang="en-US" sz="1800" spc="-1" strike="noStrike">
                <a:latin typeface="Arial"/>
              </a:rPr>
              <a:t>Third Outline Level</a:t>
            </a:r>
            <a:endParaRPr b="0" lang="en-US" sz="1800" spc="-1" strike="noStrike">
              <a:latin typeface="Liberation Sans Narrow"/>
            </a:endParaRPr>
          </a:p>
          <a:p>
            <a:pPr lvl="3" marL="1728000" indent="-216000">
              <a:spcBef>
                <a:spcPts val="567"/>
              </a:spcBef>
              <a:buClr>
                <a:srgbClr val="000000"/>
              </a:buClr>
              <a:buSzPct val="75000"/>
              <a:buFont typeface="Symbol" charset="2"/>
              <a:buChar char=""/>
            </a:pPr>
            <a:r>
              <a:rPr b="0" lang="en-US" sz="1800" spc="-1" strike="noStrike">
                <a:latin typeface="Arial"/>
              </a:rPr>
              <a:t>Fourth Outline Level</a:t>
            </a:r>
            <a:endParaRPr b="0" lang="en-US" sz="1800" spc="-1" strike="noStrike">
              <a:latin typeface="Liberation Sans Narrow"/>
            </a:endParaRPr>
          </a:p>
          <a:p>
            <a:pPr lvl="4" marL="2160000" indent="-216000">
              <a:spcBef>
                <a:spcPts val="283"/>
              </a:spcBef>
              <a:buClr>
                <a:srgbClr val="000000"/>
              </a:buClr>
              <a:buSzPct val="45000"/>
              <a:buFont typeface="Wingdings" charset="2"/>
              <a:buChar char=""/>
            </a:pPr>
            <a:r>
              <a:rPr b="0" lang="en-US" sz="1800" spc="-1" strike="noStrike">
                <a:latin typeface="Arial"/>
              </a:rPr>
              <a:t>Fifth Outline Level</a:t>
            </a:r>
            <a:endParaRPr b="0" lang="en-US" sz="1800" spc="-1" strike="noStrike">
              <a:latin typeface="Liberation Sans Narrow"/>
            </a:endParaRPr>
          </a:p>
          <a:p>
            <a:pPr lvl="5" marL="2592000" indent="-216000">
              <a:spcBef>
                <a:spcPts val="283"/>
              </a:spcBef>
              <a:buClr>
                <a:srgbClr val="000000"/>
              </a:buClr>
              <a:buSzPct val="45000"/>
              <a:buFont typeface="Wingdings" charset="2"/>
              <a:buChar char=""/>
            </a:pPr>
            <a:r>
              <a:rPr b="0" lang="en-US" sz="1800" spc="-1" strike="noStrike">
                <a:latin typeface="Arial"/>
              </a:rPr>
              <a:t>Sixth Outline Level</a:t>
            </a:r>
            <a:endParaRPr b="0" lang="en-US" sz="1800" spc="-1" strike="noStrike">
              <a:latin typeface="Liberation Sans Narrow"/>
            </a:endParaRPr>
          </a:p>
          <a:p>
            <a:pPr lvl="6" marL="3024000" indent="-216000">
              <a:spcBef>
                <a:spcPts val="283"/>
              </a:spcBef>
              <a:buClr>
                <a:srgbClr val="000000"/>
              </a:buClr>
              <a:buSzPct val="45000"/>
              <a:buFont typeface="Wingdings" charset="2"/>
              <a:buChar char=""/>
            </a:pPr>
            <a:r>
              <a:rPr b="0" lang="en-US" sz="1800" spc="-1" strike="noStrike">
                <a:latin typeface="Arial"/>
              </a:rPr>
              <a:t>Seventh Outline Level</a:t>
            </a:r>
            <a:endParaRPr b="0" lang="en-US" sz="1800" spc="-1" strike="noStrike">
              <a:latin typeface="Liberation Sans Narrow"/>
            </a:endParaRPr>
          </a:p>
        </p:txBody>
      </p:sp>
      <p:sp>
        <p:nvSpPr>
          <p:cNvPr id="6" name="PlaceHolder 3"/>
          <p:cNvSpPr>
            <a:spLocks noGrp="1"/>
          </p:cNvSpPr>
          <p:nvPr>
            <p:ph type="ftr" idx="1"/>
          </p:nvPr>
        </p:nvSpPr>
        <p:spPr>
          <a:xfrm>
            <a:off x="3048120" y="6356520"/>
            <a:ext cx="3351600" cy="273240"/>
          </a:xfrm>
          <a:prstGeom prst="rect">
            <a:avLst/>
          </a:prstGeom>
          <a:noFill/>
          <a:ln w="0">
            <a:noFill/>
          </a:ln>
        </p:spPr>
        <p:txBody>
          <a:bodyPr lIns="90000" rIns="90000" tIns="45000" bIns="45000" anchor="ctr">
            <a:noAutofit/>
          </a:bodyPr>
          <a:lstStyle>
            <a:lvl1pPr algn="ctr">
              <a:lnSpc>
                <a:spcPct val="100000"/>
              </a:lnSpc>
              <a:buNone/>
              <a:defRPr b="0" lang="en-HK" sz="1400" spc="-1" strike="noStrike">
                <a:latin typeface="Times New Roman"/>
              </a:defRPr>
            </a:lvl1pPr>
          </a:lstStyle>
          <a:p>
            <a:pPr algn="ctr">
              <a:lnSpc>
                <a:spcPct val="100000"/>
              </a:lnSpc>
              <a:buNone/>
            </a:pPr>
            <a:r>
              <a:rPr b="0" lang="en-HK" sz="1400" spc="-1" strike="noStrike">
                <a:latin typeface="Times New Roman"/>
              </a:rPr>
              <a:t>&lt;footer&gt;</a:t>
            </a:r>
            <a:endParaRPr b="0" lang="en-US" sz="1400" spc="-1" strike="noStrike">
              <a:latin typeface="Liberation Sans Narrow"/>
            </a:endParaRPr>
          </a:p>
        </p:txBody>
      </p:sp>
      <p:sp>
        <p:nvSpPr>
          <p:cNvPr id="7" name="PlaceHolder 4"/>
          <p:cNvSpPr>
            <a:spLocks noGrp="1"/>
          </p:cNvSpPr>
          <p:nvPr>
            <p:ph type="sldNum" idx="2"/>
          </p:nvPr>
        </p:nvSpPr>
        <p:spPr>
          <a:xfrm>
            <a:off x="8234640" y="6355080"/>
            <a:ext cx="581760" cy="273240"/>
          </a:xfrm>
          <a:prstGeom prst="rect">
            <a:avLst/>
          </a:prstGeom>
          <a:noFill/>
          <a:ln w="0">
            <a:noFill/>
          </a:ln>
        </p:spPr>
        <p:txBody>
          <a:bodyPr lIns="90000" rIns="90000" tIns="45000" bIns="45000" anchor="ctr">
            <a:noAutofit/>
          </a:bodyPr>
          <a:lstStyle>
            <a:lvl1pPr algn="ctr">
              <a:lnSpc>
                <a:spcPct val="100000"/>
              </a:lnSpc>
              <a:buNone/>
              <a:tabLst>
                <a:tab algn="l" pos="0"/>
              </a:tabLst>
              <a:defRPr b="0" lang="en-US" sz="1100" spc="-1" strike="noStrike">
                <a:solidFill>
                  <a:srgbClr val="ffffff"/>
                </a:solidFill>
                <a:latin typeface="Libre Franklin Medium"/>
                <a:ea typeface="Libre Franklin Medium"/>
              </a:defRPr>
            </a:lvl1pPr>
          </a:lstStyle>
          <a:p>
            <a:pPr algn="ctr">
              <a:lnSpc>
                <a:spcPct val="100000"/>
              </a:lnSpc>
              <a:buNone/>
              <a:tabLst>
                <a:tab algn="l" pos="0"/>
              </a:tabLst>
            </a:pPr>
            <a:fld id="{1D7C8CE6-586E-4413-8C89-C2DC6D60E186}" type="slidenum">
              <a:rPr b="0" lang="en-US" sz="1100" spc="-1" strike="noStrike">
                <a:solidFill>
                  <a:srgbClr val="ffffff"/>
                </a:solidFill>
                <a:latin typeface="Libre Franklin Medium"/>
                <a:ea typeface="Libre Franklin Medium"/>
              </a:rPr>
              <a:t>&lt;number&gt;</a:t>
            </a:fld>
            <a:endParaRPr b="0" lang="en-US" sz="1100" spc="-1" strike="noStrike">
              <a:latin typeface="Liberation Sans Narrow"/>
            </a:endParaRPr>
          </a:p>
        </p:txBody>
      </p:sp>
      <p:sp>
        <p:nvSpPr>
          <p:cNvPr id="8" name="PlaceHolder 5"/>
          <p:cNvSpPr>
            <a:spLocks noGrp="1"/>
          </p:cNvSpPr>
          <p:nvPr>
            <p:ph type="dt" idx="3"/>
          </p:nvPr>
        </p:nvSpPr>
        <p:spPr>
          <a:xfrm>
            <a:off x="370800" y="6356520"/>
            <a:ext cx="2132640" cy="273240"/>
          </a:xfrm>
          <a:prstGeom prst="rect">
            <a:avLst/>
          </a:prstGeom>
          <a:noFill/>
          <a:ln w="0">
            <a:noFill/>
          </a:ln>
        </p:spPr>
        <p:txBody>
          <a:bodyPr lIns="90000" rIns="90000" tIns="45000" bIns="45000" anchor="ctr">
            <a:noAutofit/>
          </a:bodyPr>
          <a:lstStyle>
            <a:lvl1pPr>
              <a:defRPr b="0" lang="en-US" sz="1400" spc="-1" strike="noStrike">
                <a:latin typeface="Times New Roman"/>
              </a:defRPr>
            </a:lvl1pPr>
          </a:lstStyle>
          <a:p>
            <a:r>
              <a:rPr b="0" lang="en-US" sz="1400" spc="-1" strike="noStrike">
                <a:latin typeface="Times New Roman"/>
              </a:rPr>
              <a:t>&lt;date/time&gt;</a:t>
            </a:r>
            <a:endParaRPr b="0" lang="en-US" sz="1400" spc="-1" strike="noStrike">
              <a:latin typeface="Liberation Sans Narrow"/>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Google Shape;10;p29"/>
          <p:cNvSpPr/>
          <p:nvPr/>
        </p:nvSpPr>
        <p:spPr>
          <a:xfrm>
            <a:off x="152280" y="1635120"/>
            <a:ext cx="8830800" cy="5044320"/>
          </a:xfrm>
          <a:prstGeom prst="rect">
            <a:avLst/>
          </a:prstGeom>
          <a:solidFill>
            <a:schemeClr val="lt2"/>
          </a:solidFill>
          <a:ln w="0">
            <a:noFill/>
          </a:ln>
        </p:spPr>
        <p:style>
          <a:lnRef idx="0"/>
          <a:fillRef idx="0"/>
          <a:effectRef idx="0"/>
          <a:fontRef idx="minor"/>
        </p:style>
      </p:sp>
      <p:sp>
        <p:nvSpPr>
          <p:cNvPr id="46" name="Google Shape;11;p29"/>
          <p:cNvSpPr/>
          <p:nvPr/>
        </p:nvSpPr>
        <p:spPr>
          <a:xfrm>
            <a:off x="152280" y="152280"/>
            <a:ext cx="8812800" cy="1345320"/>
          </a:xfrm>
          <a:prstGeom prst="rect">
            <a:avLst/>
          </a:prstGeom>
          <a:solidFill>
            <a:schemeClr val="dk2"/>
          </a:solidFill>
          <a:ln w="0">
            <a:noFill/>
          </a:ln>
        </p:spPr>
        <p:style>
          <a:lnRef idx="0"/>
          <a:fillRef idx="0"/>
          <a:effectRef idx="0"/>
          <a:fontRef idx="minor"/>
        </p:style>
      </p:sp>
      <p:sp>
        <p:nvSpPr>
          <p:cNvPr id="47" name="PlaceHolder 1"/>
          <p:cNvSpPr>
            <a:spLocks noGrp="1"/>
          </p:cNvSpPr>
          <p:nvPr>
            <p:ph type="ftr" idx="4"/>
          </p:nvPr>
        </p:nvSpPr>
        <p:spPr>
          <a:xfrm>
            <a:off x="3048120" y="6356520"/>
            <a:ext cx="3351600" cy="273240"/>
          </a:xfrm>
          <a:prstGeom prst="rect">
            <a:avLst/>
          </a:prstGeom>
          <a:noFill/>
          <a:ln w="0">
            <a:noFill/>
          </a:ln>
        </p:spPr>
        <p:txBody>
          <a:bodyPr lIns="90000" rIns="90000" tIns="45000" bIns="45000" anchor="ctr">
            <a:noAutofit/>
          </a:bodyPr>
          <a:lstStyle>
            <a:lvl1pPr algn="ctr">
              <a:lnSpc>
                <a:spcPct val="100000"/>
              </a:lnSpc>
              <a:buNone/>
              <a:defRPr b="0" lang="en-HK" sz="1400" spc="-1" strike="noStrike">
                <a:latin typeface="Times New Roman"/>
              </a:defRPr>
            </a:lvl1pPr>
          </a:lstStyle>
          <a:p>
            <a:pPr algn="ctr">
              <a:lnSpc>
                <a:spcPct val="100000"/>
              </a:lnSpc>
              <a:buNone/>
            </a:pPr>
            <a:r>
              <a:rPr b="0" lang="en-HK" sz="1400" spc="-1" strike="noStrike">
                <a:latin typeface="Times New Roman"/>
              </a:rPr>
              <a:t>&lt;footer&gt;</a:t>
            </a:r>
            <a:endParaRPr b="0" lang="en-US" sz="1400" spc="-1" strike="noStrike">
              <a:latin typeface="Liberation Sans Narrow"/>
            </a:endParaRPr>
          </a:p>
        </p:txBody>
      </p:sp>
      <p:sp>
        <p:nvSpPr>
          <p:cNvPr id="48" name="PlaceHolder 2"/>
          <p:cNvSpPr>
            <a:spLocks noGrp="1"/>
          </p:cNvSpPr>
          <p:nvPr>
            <p:ph type="sldNum" idx="5"/>
          </p:nvPr>
        </p:nvSpPr>
        <p:spPr>
          <a:xfrm>
            <a:off x="8234640" y="6355080"/>
            <a:ext cx="581760" cy="273240"/>
          </a:xfrm>
          <a:prstGeom prst="rect">
            <a:avLst/>
          </a:prstGeom>
          <a:noFill/>
          <a:ln w="0">
            <a:noFill/>
          </a:ln>
        </p:spPr>
        <p:txBody>
          <a:bodyPr lIns="90000" rIns="90000" tIns="45000" bIns="45000" anchor="ctr">
            <a:noAutofit/>
          </a:bodyPr>
          <a:lstStyle>
            <a:lvl1pPr algn="ctr">
              <a:lnSpc>
                <a:spcPct val="100000"/>
              </a:lnSpc>
              <a:buNone/>
              <a:tabLst>
                <a:tab algn="l" pos="0"/>
              </a:tabLst>
              <a:defRPr b="0" lang="en-US" sz="1100" spc="-1" strike="noStrike">
                <a:solidFill>
                  <a:srgbClr val="534949"/>
                </a:solidFill>
                <a:latin typeface="Libre Franklin Medium"/>
                <a:ea typeface="Libre Franklin Medium"/>
              </a:defRPr>
            </a:lvl1pPr>
          </a:lstStyle>
          <a:p>
            <a:pPr algn="ctr">
              <a:lnSpc>
                <a:spcPct val="100000"/>
              </a:lnSpc>
              <a:buNone/>
              <a:tabLst>
                <a:tab algn="l" pos="0"/>
              </a:tabLst>
            </a:pPr>
            <a:fld id="{44FAA58E-A96E-4BD8-B48D-514363E10542}" type="slidenum">
              <a:rPr b="0" lang="en-US" sz="1100" spc="-1" strike="noStrike">
                <a:solidFill>
                  <a:srgbClr val="534949"/>
                </a:solidFill>
                <a:latin typeface="Libre Franklin Medium"/>
                <a:ea typeface="Libre Franklin Medium"/>
              </a:rPr>
              <a:t>&lt;number&gt;</a:t>
            </a:fld>
            <a:endParaRPr b="0" lang="en-US" sz="1100" spc="-1" strike="noStrike">
              <a:latin typeface="Liberation Sans Narrow"/>
            </a:endParaRPr>
          </a:p>
        </p:txBody>
      </p:sp>
      <p:sp>
        <p:nvSpPr>
          <p:cNvPr id="49" name="PlaceHolder 3"/>
          <p:cNvSpPr>
            <a:spLocks noGrp="1"/>
          </p:cNvSpPr>
          <p:nvPr>
            <p:ph type="dt" idx="6"/>
          </p:nvPr>
        </p:nvSpPr>
        <p:spPr>
          <a:xfrm>
            <a:off x="370800" y="6356520"/>
            <a:ext cx="2132640" cy="273240"/>
          </a:xfrm>
          <a:prstGeom prst="rect">
            <a:avLst/>
          </a:prstGeom>
          <a:noFill/>
          <a:ln w="0">
            <a:noFill/>
          </a:ln>
        </p:spPr>
        <p:txBody>
          <a:bodyPr lIns="90000" rIns="90000" tIns="45000" bIns="45000" anchor="ctr">
            <a:noAutofit/>
          </a:bodyPr>
          <a:lstStyle>
            <a:lvl1pPr>
              <a:defRPr b="0" lang="en-US" sz="1400" spc="-1" strike="noStrike">
                <a:latin typeface="Times New Roman"/>
              </a:defRPr>
            </a:lvl1pPr>
          </a:lstStyle>
          <a:p>
            <a:r>
              <a:rPr b="0" lang="en-US" sz="1400" spc="-1" strike="noStrike">
                <a:latin typeface="Times New Roman"/>
              </a:rPr>
              <a:t>&lt;date/time&gt;</a:t>
            </a:r>
            <a:endParaRPr b="0" lang="en-US" sz="1400" spc="-1" strike="noStrike">
              <a:latin typeface="Liberation Sans Narrow"/>
            </a:endParaRPr>
          </a:p>
        </p:txBody>
      </p:sp>
      <p:sp>
        <p:nvSpPr>
          <p:cNvPr id="50" name="PlaceHolder 4"/>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r>
              <a:rPr b="0" lang="en-US" sz="4400" spc="-1" strike="noStrike">
                <a:latin typeface="Arial"/>
              </a:rPr>
              <a:t>Click to edit the title text format</a:t>
            </a:r>
            <a:endParaRPr b="0" lang="en-US" sz="4400" spc="-1" strike="noStrike">
              <a:latin typeface="Liberation Sans Narrow"/>
            </a:endParaRPr>
          </a:p>
        </p:txBody>
      </p:sp>
      <p:sp>
        <p:nvSpPr>
          <p:cNvPr id="51"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Liberation Sans Narrow"/>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Liberation Sans Narrow"/>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Liberation Sans Narrow"/>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Liberation Sans Narrow"/>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Liberation Sans Narrow"/>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Liberation Sans Narrow"/>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Liberation Sans Narrow"/>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8" name="Google Shape;10;p29" hidden="1"/>
          <p:cNvSpPr/>
          <p:nvPr/>
        </p:nvSpPr>
        <p:spPr>
          <a:xfrm>
            <a:off x="152280" y="1635120"/>
            <a:ext cx="8830800" cy="5044320"/>
          </a:xfrm>
          <a:prstGeom prst="rect">
            <a:avLst/>
          </a:prstGeom>
          <a:solidFill>
            <a:schemeClr val="lt2"/>
          </a:solidFill>
          <a:ln w="0">
            <a:noFill/>
          </a:ln>
        </p:spPr>
        <p:style>
          <a:lnRef idx="0"/>
          <a:fillRef idx="0"/>
          <a:effectRef idx="0"/>
          <a:fontRef idx="minor"/>
        </p:style>
      </p:sp>
      <p:sp>
        <p:nvSpPr>
          <p:cNvPr id="89" name="Google Shape;11;p29" hidden="1"/>
          <p:cNvSpPr/>
          <p:nvPr/>
        </p:nvSpPr>
        <p:spPr>
          <a:xfrm>
            <a:off x="152280" y="152280"/>
            <a:ext cx="8812800" cy="1345320"/>
          </a:xfrm>
          <a:prstGeom prst="rect">
            <a:avLst/>
          </a:prstGeom>
          <a:solidFill>
            <a:schemeClr val="dk2"/>
          </a:solidFill>
          <a:ln w="0">
            <a:noFill/>
          </a:ln>
        </p:spPr>
        <p:style>
          <a:lnRef idx="0"/>
          <a:fillRef idx="0"/>
          <a:effectRef idx="0"/>
          <a:fontRef idx="minor"/>
        </p:style>
      </p:sp>
      <p:sp>
        <p:nvSpPr>
          <p:cNvPr id="90" name="Google Shape;32;p32"/>
          <p:cNvSpPr/>
          <p:nvPr/>
        </p:nvSpPr>
        <p:spPr>
          <a:xfrm>
            <a:off x="7010280" y="152280"/>
            <a:ext cx="1980000" cy="6555240"/>
          </a:xfrm>
          <a:prstGeom prst="rect">
            <a:avLst/>
          </a:prstGeom>
          <a:solidFill>
            <a:schemeClr val="dk2"/>
          </a:solidFill>
          <a:ln w="0">
            <a:noFill/>
          </a:ln>
        </p:spPr>
        <p:style>
          <a:lnRef idx="0"/>
          <a:fillRef idx="0"/>
          <a:effectRef idx="0"/>
          <a:fontRef idx="minor"/>
        </p:style>
      </p:sp>
      <p:sp>
        <p:nvSpPr>
          <p:cNvPr id="91" name="Google Shape;33;p32"/>
          <p:cNvSpPr/>
          <p:nvPr/>
        </p:nvSpPr>
        <p:spPr>
          <a:xfrm>
            <a:off x="152280" y="154080"/>
            <a:ext cx="6704640" cy="6552000"/>
          </a:xfrm>
          <a:prstGeom prst="rect">
            <a:avLst/>
          </a:prstGeom>
          <a:solidFill>
            <a:schemeClr val="accent1"/>
          </a:solidFill>
          <a:ln w="0">
            <a:noFill/>
          </a:ln>
        </p:spPr>
        <p:style>
          <a:lnRef idx="0"/>
          <a:fillRef idx="0"/>
          <a:effectRef idx="0"/>
          <a:fontRef idx="minor"/>
        </p:style>
      </p:sp>
      <p:sp>
        <p:nvSpPr>
          <p:cNvPr id="92" name="PlaceHolder 1"/>
          <p:cNvSpPr>
            <a:spLocks noGrp="1"/>
          </p:cNvSpPr>
          <p:nvPr>
            <p:ph type="ftr" idx="7"/>
          </p:nvPr>
        </p:nvSpPr>
        <p:spPr>
          <a:xfrm>
            <a:off x="3048120" y="6356520"/>
            <a:ext cx="3351600" cy="273240"/>
          </a:xfrm>
          <a:prstGeom prst="rect">
            <a:avLst/>
          </a:prstGeom>
          <a:noFill/>
          <a:ln w="0">
            <a:noFill/>
          </a:ln>
        </p:spPr>
        <p:txBody>
          <a:bodyPr lIns="90000" rIns="90000" tIns="45000" bIns="45000" anchor="ctr">
            <a:noAutofit/>
          </a:bodyPr>
          <a:lstStyle>
            <a:lvl1pPr algn="ctr">
              <a:lnSpc>
                <a:spcPct val="100000"/>
              </a:lnSpc>
              <a:buNone/>
              <a:defRPr b="0" lang="en-HK" sz="1400" spc="-1" strike="noStrike">
                <a:latin typeface="Times New Roman"/>
              </a:defRPr>
            </a:lvl1pPr>
          </a:lstStyle>
          <a:p>
            <a:pPr algn="ctr">
              <a:lnSpc>
                <a:spcPct val="100000"/>
              </a:lnSpc>
              <a:buNone/>
            </a:pPr>
            <a:r>
              <a:rPr b="0" lang="en-HK" sz="1400" spc="-1" strike="noStrike">
                <a:latin typeface="Times New Roman"/>
              </a:rPr>
              <a:t>&lt;footer&gt;</a:t>
            </a:r>
            <a:endParaRPr b="0" lang="en-US" sz="1400" spc="-1" strike="noStrike">
              <a:latin typeface="Liberation Sans Narrow"/>
            </a:endParaRPr>
          </a:p>
        </p:txBody>
      </p:sp>
      <p:sp>
        <p:nvSpPr>
          <p:cNvPr id="93" name="PlaceHolder 2"/>
          <p:cNvSpPr>
            <a:spLocks noGrp="1"/>
          </p:cNvSpPr>
          <p:nvPr>
            <p:ph type="sldNum" idx="8"/>
          </p:nvPr>
        </p:nvSpPr>
        <p:spPr>
          <a:xfrm>
            <a:off x="8234640" y="6355080"/>
            <a:ext cx="581760" cy="273240"/>
          </a:xfrm>
          <a:prstGeom prst="rect">
            <a:avLst/>
          </a:prstGeom>
          <a:noFill/>
          <a:ln w="0">
            <a:noFill/>
          </a:ln>
        </p:spPr>
        <p:txBody>
          <a:bodyPr lIns="90000" rIns="90000" tIns="45000" bIns="45000" anchor="ctr">
            <a:noAutofit/>
          </a:bodyPr>
          <a:lstStyle>
            <a:lvl1pPr algn="ctr">
              <a:lnSpc>
                <a:spcPct val="100000"/>
              </a:lnSpc>
              <a:buNone/>
              <a:tabLst>
                <a:tab algn="l" pos="0"/>
              </a:tabLst>
              <a:defRPr b="0" lang="en-US" sz="1100" spc="-1" strike="noStrike">
                <a:solidFill>
                  <a:srgbClr val="ccd1b9"/>
                </a:solidFill>
                <a:latin typeface="Libre Franklin Medium"/>
                <a:ea typeface="Libre Franklin Medium"/>
              </a:defRPr>
            </a:lvl1pPr>
          </a:lstStyle>
          <a:p>
            <a:pPr algn="ctr">
              <a:lnSpc>
                <a:spcPct val="100000"/>
              </a:lnSpc>
              <a:buNone/>
              <a:tabLst>
                <a:tab algn="l" pos="0"/>
              </a:tabLst>
            </a:pPr>
            <a:fld id="{797ED773-3383-4725-B0F3-A7A65A80D22C}" type="slidenum">
              <a:rPr b="0" lang="en-US" sz="1100" spc="-1" strike="noStrike">
                <a:solidFill>
                  <a:srgbClr val="ccd1b9"/>
                </a:solidFill>
                <a:latin typeface="Libre Franklin Medium"/>
                <a:ea typeface="Libre Franklin Medium"/>
              </a:rPr>
              <a:t>&lt;number&gt;</a:t>
            </a:fld>
            <a:endParaRPr b="0" lang="en-US" sz="1100" spc="-1" strike="noStrike">
              <a:latin typeface="Liberation Sans Narrow"/>
            </a:endParaRPr>
          </a:p>
        </p:txBody>
      </p:sp>
      <p:sp>
        <p:nvSpPr>
          <p:cNvPr id="94" name="PlaceHolder 3"/>
          <p:cNvSpPr>
            <a:spLocks noGrp="1"/>
          </p:cNvSpPr>
          <p:nvPr>
            <p:ph type="dt" idx="9"/>
          </p:nvPr>
        </p:nvSpPr>
        <p:spPr>
          <a:xfrm>
            <a:off x="370800" y="6356520"/>
            <a:ext cx="2132640" cy="273240"/>
          </a:xfrm>
          <a:prstGeom prst="rect">
            <a:avLst/>
          </a:prstGeom>
          <a:noFill/>
          <a:ln w="0">
            <a:noFill/>
          </a:ln>
        </p:spPr>
        <p:txBody>
          <a:bodyPr lIns="90000" rIns="90000" tIns="45000" bIns="45000" anchor="ctr">
            <a:noAutofit/>
          </a:bodyPr>
          <a:lstStyle>
            <a:lvl1pPr>
              <a:defRPr b="0" lang="en-US" sz="1400" spc="-1" strike="noStrike">
                <a:latin typeface="Times New Roman"/>
              </a:defRPr>
            </a:lvl1pPr>
          </a:lstStyle>
          <a:p>
            <a:r>
              <a:rPr b="0" lang="en-US" sz="1400" spc="-1" strike="noStrike">
                <a:latin typeface="Times New Roman"/>
              </a:rPr>
              <a:t>&lt;date/time&gt;</a:t>
            </a:r>
            <a:endParaRPr b="0" lang="en-US" sz="1400" spc="-1" strike="noStrike">
              <a:latin typeface="Liberation Sans Narrow"/>
            </a:endParaRPr>
          </a:p>
        </p:txBody>
      </p:sp>
      <p:sp>
        <p:nvSpPr>
          <p:cNvPr id="95" name="PlaceHolder 4"/>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r>
              <a:rPr b="0" lang="en-US" sz="4400" spc="-1" strike="noStrike">
                <a:latin typeface="Arial"/>
              </a:rPr>
              <a:t>Click to edit the title text format</a:t>
            </a:r>
            <a:endParaRPr b="0" lang="en-US" sz="4400" spc="-1" strike="noStrike">
              <a:latin typeface="Liberation Sans Narrow"/>
            </a:endParaRPr>
          </a:p>
        </p:txBody>
      </p:sp>
      <p:sp>
        <p:nvSpPr>
          <p:cNvPr id="96"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Liberation Sans Narrow"/>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Liberation Sans Narrow"/>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Liberation Sans Narrow"/>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Liberation Sans Narrow"/>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Liberation Sans Narrow"/>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Liberation Sans Narrow"/>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Liberation Sans Narrow"/>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3" name="Google Shape;10;p29"/>
          <p:cNvSpPr/>
          <p:nvPr/>
        </p:nvSpPr>
        <p:spPr>
          <a:xfrm>
            <a:off x="152280" y="1635120"/>
            <a:ext cx="8830800" cy="5044320"/>
          </a:xfrm>
          <a:prstGeom prst="rect">
            <a:avLst/>
          </a:prstGeom>
          <a:solidFill>
            <a:schemeClr val="lt2"/>
          </a:solidFill>
          <a:ln w="0">
            <a:noFill/>
          </a:ln>
        </p:spPr>
        <p:style>
          <a:lnRef idx="0"/>
          <a:fillRef idx="0"/>
          <a:effectRef idx="0"/>
          <a:fontRef idx="minor"/>
        </p:style>
      </p:sp>
      <p:sp>
        <p:nvSpPr>
          <p:cNvPr id="134" name="Google Shape;11;p29"/>
          <p:cNvSpPr/>
          <p:nvPr/>
        </p:nvSpPr>
        <p:spPr>
          <a:xfrm>
            <a:off x="152280" y="152280"/>
            <a:ext cx="8812800" cy="1345320"/>
          </a:xfrm>
          <a:prstGeom prst="rect">
            <a:avLst/>
          </a:prstGeom>
          <a:solidFill>
            <a:schemeClr val="dk2"/>
          </a:solidFill>
          <a:ln w="0">
            <a:noFill/>
          </a:ln>
        </p:spPr>
        <p:style>
          <a:lnRef idx="0"/>
          <a:fillRef idx="0"/>
          <a:effectRef idx="0"/>
          <a:fontRef idx="minor"/>
        </p:style>
      </p:sp>
      <p:sp>
        <p:nvSpPr>
          <p:cNvPr id="135"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r>
              <a:rPr b="0" lang="en-US" sz="1800" spc="-1" strike="noStrike">
                <a:latin typeface="Arial"/>
              </a:rPr>
              <a:t>Click to edit the title text format</a:t>
            </a:r>
            <a:endParaRPr b="0" lang="en-US" sz="1800" spc="-1" strike="noStrike">
              <a:latin typeface="Liberation Sans Narrow"/>
            </a:endParaRPr>
          </a:p>
        </p:txBody>
      </p:sp>
      <p:sp>
        <p:nvSpPr>
          <p:cNvPr id="136" name="PlaceHolder 2"/>
          <p:cNvSpPr>
            <a:spLocks noGrp="1"/>
          </p:cNvSpPr>
          <p:nvPr>
            <p:ph type="ftr" idx="10"/>
          </p:nvPr>
        </p:nvSpPr>
        <p:spPr>
          <a:xfrm>
            <a:off x="3048120" y="6356520"/>
            <a:ext cx="3351600" cy="273240"/>
          </a:xfrm>
          <a:prstGeom prst="rect">
            <a:avLst/>
          </a:prstGeom>
          <a:noFill/>
          <a:ln w="0">
            <a:noFill/>
          </a:ln>
        </p:spPr>
        <p:txBody>
          <a:bodyPr lIns="90000" rIns="90000" tIns="45000" bIns="45000" anchor="ctr">
            <a:noAutofit/>
          </a:bodyPr>
          <a:lstStyle>
            <a:lvl1pPr algn="ctr">
              <a:lnSpc>
                <a:spcPct val="100000"/>
              </a:lnSpc>
              <a:buNone/>
              <a:defRPr b="0" lang="en-HK" sz="1400" spc="-1" strike="noStrike">
                <a:latin typeface="Times New Roman"/>
              </a:defRPr>
            </a:lvl1pPr>
          </a:lstStyle>
          <a:p>
            <a:pPr algn="ctr">
              <a:lnSpc>
                <a:spcPct val="100000"/>
              </a:lnSpc>
              <a:buNone/>
            </a:pPr>
            <a:r>
              <a:rPr b="0" lang="en-HK" sz="1400" spc="-1" strike="noStrike">
                <a:latin typeface="Times New Roman"/>
              </a:rPr>
              <a:t>&lt;footer&gt;</a:t>
            </a:r>
            <a:endParaRPr b="0" lang="en-US" sz="1400" spc="-1" strike="noStrike">
              <a:latin typeface="Liberation Sans Narrow"/>
            </a:endParaRPr>
          </a:p>
        </p:txBody>
      </p:sp>
      <p:sp>
        <p:nvSpPr>
          <p:cNvPr id="137" name="PlaceHolder 3"/>
          <p:cNvSpPr>
            <a:spLocks noGrp="1"/>
          </p:cNvSpPr>
          <p:nvPr>
            <p:ph type="sldNum" idx="11"/>
          </p:nvPr>
        </p:nvSpPr>
        <p:spPr>
          <a:xfrm>
            <a:off x="8234640" y="6355080"/>
            <a:ext cx="581760" cy="273240"/>
          </a:xfrm>
          <a:prstGeom prst="rect">
            <a:avLst/>
          </a:prstGeom>
          <a:noFill/>
          <a:ln w="0">
            <a:noFill/>
          </a:ln>
        </p:spPr>
        <p:txBody>
          <a:bodyPr lIns="90000" rIns="90000" tIns="45000" bIns="45000" anchor="ctr">
            <a:noAutofit/>
          </a:bodyPr>
          <a:lstStyle>
            <a:lvl1pPr algn="ctr">
              <a:lnSpc>
                <a:spcPct val="100000"/>
              </a:lnSpc>
              <a:buNone/>
              <a:tabLst>
                <a:tab algn="l" pos="0"/>
              </a:tabLst>
              <a:defRPr b="0" lang="en-US" sz="1100" spc="-1" strike="noStrike">
                <a:solidFill>
                  <a:srgbClr val="534949"/>
                </a:solidFill>
                <a:latin typeface="Libre Franklin Medium"/>
                <a:ea typeface="Libre Franklin Medium"/>
              </a:defRPr>
            </a:lvl1pPr>
          </a:lstStyle>
          <a:p>
            <a:pPr algn="ctr">
              <a:lnSpc>
                <a:spcPct val="100000"/>
              </a:lnSpc>
              <a:buNone/>
              <a:tabLst>
                <a:tab algn="l" pos="0"/>
              </a:tabLst>
            </a:pPr>
            <a:fld id="{6E2CD7E9-6821-4FD1-BDA9-09A3A74BABD3}" type="slidenum">
              <a:rPr b="0" lang="en-US" sz="1100" spc="-1" strike="noStrike">
                <a:solidFill>
                  <a:srgbClr val="534949"/>
                </a:solidFill>
                <a:latin typeface="Libre Franklin Medium"/>
                <a:ea typeface="Libre Franklin Medium"/>
              </a:rPr>
              <a:t>&lt;number&gt;</a:t>
            </a:fld>
            <a:endParaRPr b="0" lang="en-US" sz="1100" spc="-1" strike="noStrike">
              <a:latin typeface="Liberation Sans Narrow"/>
            </a:endParaRPr>
          </a:p>
        </p:txBody>
      </p:sp>
      <p:sp>
        <p:nvSpPr>
          <p:cNvPr id="138" name="PlaceHolder 4"/>
          <p:cNvSpPr>
            <a:spLocks noGrp="1"/>
          </p:cNvSpPr>
          <p:nvPr>
            <p:ph type="dt" idx="12"/>
          </p:nvPr>
        </p:nvSpPr>
        <p:spPr>
          <a:xfrm>
            <a:off x="370800" y="6356520"/>
            <a:ext cx="2132640" cy="273240"/>
          </a:xfrm>
          <a:prstGeom prst="rect">
            <a:avLst/>
          </a:prstGeom>
          <a:noFill/>
          <a:ln w="0">
            <a:noFill/>
          </a:ln>
        </p:spPr>
        <p:txBody>
          <a:bodyPr lIns="90000" rIns="90000" tIns="45000" bIns="45000" anchor="ctr">
            <a:noAutofit/>
          </a:bodyPr>
          <a:lstStyle>
            <a:lvl1pPr>
              <a:defRPr b="0" lang="en-US" sz="1400" spc="-1" strike="noStrike">
                <a:latin typeface="Times New Roman"/>
              </a:defRPr>
            </a:lvl1pPr>
          </a:lstStyle>
          <a:p>
            <a:r>
              <a:rPr b="0" lang="en-US" sz="1400" spc="-1" strike="noStrike">
                <a:latin typeface="Times New Roman"/>
              </a:rPr>
              <a:t>&lt;date/time&gt;</a:t>
            </a:r>
            <a:endParaRPr b="0" lang="en-US" sz="1400" spc="-1" strike="noStrike">
              <a:latin typeface="Liberation Sans Narrow"/>
            </a:endParaRPr>
          </a:p>
        </p:txBody>
      </p:sp>
      <p:sp>
        <p:nvSpPr>
          <p:cNvPr id="139"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Liberation Sans Narrow"/>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Liberation Sans Narrow"/>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Liberation Sans Narrow"/>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Liberation Sans Narrow"/>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Liberation Sans Narrow"/>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Liberation Sans Narrow"/>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Liberation Sans Narrow"/>
            </a:endParaRPr>
          </a:p>
        </p:txBody>
      </p:sp>
    </p:spTree>
  </p:cSld>
  <p:clrMap bg1="lt1" bg2="lt2" tx1="dk1" tx2="dk2" accent1="accent1" accent2="accent2" accent3="accent3" accent4="accent4" accent5="accent5" accent6="accent6" hlink="hlink" folHlink="fol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 Id="rId3" Type="http://schemas.openxmlformats.org/officeDocument/2006/relationships/image" Target="../media/image3.jpeg"/><Relationship Id="rId4" Type="http://schemas.openxmlformats.org/officeDocument/2006/relationships/slideLayout" Target="../slideLayouts/slideLayout1.xml"/><Relationship Id="rId5"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3.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13.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slideLayout" Target="../slideLayouts/slideLayout13.xml"/><Relationship Id="rId4"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3.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9.jpeg"/><Relationship Id="rId2" Type="http://schemas.openxmlformats.org/officeDocument/2006/relationships/slideLayout" Target="../slideLayouts/slideLayout13.xml"/>
</Relationships>
</file>

<file path=ppt/slides/_rels/slide8.xml.rels><?xml version="1.0" encoding="UTF-8"?>
<Relationships xmlns="http://schemas.openxmlformats.org/package/2006/relationships"><Relationship Id="rId1" Type="http://schemas.openxmlformats.org/officeDocument/2006/relationships/image" Target="../media/image10.jpeg"/><Relationship Id="rId2" Type="http://schemas.openxmlformats.org/officeDocument/2006/relationships/slideLayout" Target="../slideLayouts/slideLayout41.xml"/>
</Relationships>
</file>

<file path=ppt/slides/_rels/slide9.xml.rels><?xml version="1.0" encoding="UTF-8"?>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jpeg"/><Relationship Id="rId3" Type="http://schemas.openxmlformats.org/officeDocument/2006/relationships/slideLayout" Target="../slideLayouts/slideLayout13.xml"/>
</Relationships>
</file>

<file path=ppt/slides/_rels/slide10.xml.rels><?xml version="1.0" encoding="UTF-8"?>
<Relationships xmlns="http://schemas.openxmlformats.org/package/2006/relationships"><Relationship Id="rId1" Type="http://schemas.openxmlformats.org/officeDocument/2006/relationships/image" Target="../media/image13.jpeg"/><Relationship Id="rId2" Type="http://schemas.openxmlformats.org/officeDocument/2006/relationships/slideLayout" Target="../slideLayouts/slideLayout13.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3.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13.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16.jpeg"/><Relationship Id="rId2" Type="http://schemas.openxmlformats.org/officeDocument/2006/relationships/slideLayout" Target="../slideLayouts/slideLayout13.xml"/><Relationship Id="rId3"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13.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18.jpeg"/><Relationship Id="rId2" Type="http://schemas.openxmlformats.org/officeDocument/2006/relationships/slideLayout" Target="../slideLayouts/slideLayout13.xml"/>
</Relationships>
</file>

<file path=ppt/slides/_rels/slide17.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13.xml"/><Relationship Id="rId3"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13.xml"/><Relationship Id="rId3"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3.xml"/><Relationship Id="rId3"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13.xml"/><Relationship Id="rId3"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13.xml"/><Relationship Id="rId3"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image" Target="../media/image24.jpeg"/><Relationship Id="rId2" Type="http://schemas.openxmlformats.org/officeDocument/2006/relationships/slideLayout" Target="../slideLayouts/slideLayout13.xml"/><Relationship Id="rId3"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image" Target="../media/image25.gif"/><Relationship Id="rId2" Type="http://schemas.openxmlformats.org/officeDocument/2006/relationships/slideLayout" Target="../slideLayouts/slideLayout13.xml"/><Relationship Id="rId3"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slideLayout" Target="../slideLayouts/slideLayout25.xml"/><Relationship Id="rId3" Type="http://schemas.openxmlformats.org/officeDocument/2006/relationships/notesSlide" Target="../notesSlides/notesSlide28.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2" name="PlaceHolder 1"/>
          <p:cNvSpPr>
            <a:spLocks noGrp="1"/>
          </p:cNvSpPr>
          <p:nvPr>
            <p:ph type="subTitle"/>
          </p:nvPr>
        </p:nvSpPr>
        <p:spPr>
          <a:xfrm>
            <a:off x="7010280" y="2053080"/>
            <a:ext cx="1980000" cy="1827720"/>
          </a:xfrm>
          <a:prstGeom prst="rect">
            <a:avLst/>
          </a:prstGeom>
          <a:noFill/>
          <a:ln w="0">
            <a:noFill/>
          </a:ln>
        </p:spPr>
        <p:txBody>
          <a:bodyPr lIns="0" rIns="0" tIns="0" bIns="0" anchor="ctr">
            <a:normAutofit/>
          </a:bodyPr>
          <a:p>
            <a:pPr algn="ctr">
              <a:lnSpc>
                <a:spcPct val="100000"/>
              </a:lnSpc>
              <a:buNone/>
              <a:tabLst>
                <a:tab algn="l" pos="0"/>
              </a:tabLst>
            </a:pPr>
            <a:r>
              <a:rPr b="0" lang="en-US" sz="1900" spc="-1" strike="noStrike">
                <a:solidFill>
                  <a:srgbClr val="ffffff"/>
                </a:solidFill>
                <a:latin typeface="Liberation Sans Narrow"/>
                <a:ea typeface="Liberation Sans Narrow"/>
              </a:rPr>
              <a:t>Project IMPACT,</a:t>
            </a:r>
            <a:endParaRPr b="0" lang="en-US" sz="1900" spc="-1" strike="noStrike">
              <a:latin typeface="Liberation Sans Narrow"/>
            </a:endParaRPr>
          </a:p>
          <a:p>
            <a:pPr algn="ctr">
              <a:lnSpc>
                <a:spcPct val="100000"/>
              </a:lnSpc>
              <a:spcBef>
                <a:spcPts val="380"/>
              </a:spcBef>
              <a:buNone/>
              <a:tabLst>
                <a:tab algn="l" pos="0"/>
              </a:tabLst>
            </a:pPr>
            <a:endParaRPr b="0" lang="en-US" sz="1900" spc="-1" strike="noStrike">
              <a:latin typeface="Liberation Sans Narrow"/>
            </a:endParaRPr>
          </a:p>
          <a:p>
            <a:pPr algn="ctr">
              <a:lnSpc>
                <a:spcPct val="100000"/>
              </a:lnSpc>
              <a:spcBef>
                <a:spcPts val="380"/>
              </a:spcBef>
              <a:buNone/>
              <a:tabLst>
                <a:tab algn="l" pos="0"/>
              </a:tabLst>
            </a:pPr>
            <a:r>
              <a:rPr b="0" lang="en-US" sz="1900" spc="-1" strike="noStrike">
                <a:solidFill>
                  <a:srgbClr val="ffffff"/>
                </a:solidFill>
                <a:latin typeface="Liberation Sans Narrow"/>
                <a:ea typeface="Liberation Sans Narrow"/>
              </a:rPr>
              <a:t>TRiO SSS</a:t>
            </a:r>
            <a:endParaRPr b="0" lang="en-US" sz="1900" spc="-1" strike="noStrike">
              <a:latin typeface="Liberation Sans Narrow"/>
            </a:endParaRPr>
          </a:p>
        </p:txBody>
      </p:sp>
      <p:sp>
        <p:nvSpPr>
          <p:cNvPr id="183" name="PlaceHolder 2"/>
          <p:cNvSpPr>
            <a:spLocks noGrp="1"/>
          </p:cNvSpPr>
          <p:nvPr>
            <p:ph type="title"/>
          </p:nvPr>
        </p:nvSpPr>
        <p:spPr>
          <a:xfrm>
            <a:off x="1676520" y="990720"/>
            <a:ext cx="3846960" cy="1827720"/>
          </a:xfrm>
          <a:prstGeom prst="rect">
            <a:avLst/>
          </a:prstGeom>
          <a:noFill/>
          <a:ln w="0">
            <a:noFill/>
          </a:ln>
        </p:spPr>
        <p:txBody>
          <a:bodyPr lIns="0" rIns="0" tIns="0" bIns="0" anchor="ctr">
            <a:noAutofit/>
          </a:bodyPr>
          <a:p>
            <a:pPr algn="ctr">
              <a:lnSpc>
                <a:spcPct val="100000"/>
              </a:lnSpc>
              <a:buNone/>
              <a:tabLst>
                <a:tab algn="l" pos="0"/>
              </a:tabLst>
            </a:pPr>
            <a:r>
              <a:rPr b="0" lang="en-US" sz="4200" spc="-1" strike="noStrike">
                <a:solidFill>
                  <a:srgbClr val="ffffff"/>
                </a:solidFill>
                <a:latin typeface="Liberation Sans Narrow"/>
                <a:ea typeface="Liberation Sans Narrow"/>
              </a:rPr>
              <a:t>NOTE TAKING STRATEGIES</a:t>
            </a:r>
            <a:endParaRPr b="0" lang="en-US" sz="4200" spc="-1" strike="noStrike">
              <a:latin typeface="Liberation Sans Narrow"/>
            </a:endParaRPr>
          </a:p>
        </p:txBody>
      </p:sp>
      <p:pic>
        <p:nvPicPr>
          <p:cNvPr id="184" name="Google Shape;106;p1" descr="C:\Users\rc8539\AppData\Local\Microsoft\Windows\Temporary Internet Files\Content.IE5\BT5T47B8\shutterstock_64481404[1].jpg"/>
          <p:cNvPicPr/>
          <p:nvPr/>
        </p:nvPicPr>
        <p:blipFill>
          <a:blip r:embed="rId1"/>
          <a:stretch/>
        </p:blipFill>
        <p:spPr>
          <a:xfrm>
            <a:off x="1066680" y="2895480"/>
            <a:ext cx="5104440" cy="3404160"/>
          </a:xfrm>
          <a:prstGeom prst="rect">
            <a:avLst/>
          </a:prstGeom>
          <a:ln w="0">
            <a:noFill/>
          </a:ln>
        </p:spPr>
      </p:pic>
      <p:pic>
        <p:nvPicPr>
          <p:cNvPr id="185" name="Google Shape;107;p1" descr=""/>
          <p:cNvPicPr/>
          <p:nvPr/>
        </p:nvPicPr>
        <p:blipFill>
          <a:blip r:embed="rId2"/>
          <a:stretch/>
        </p:blipFill>
        <p:spPr>
          <a:xfrm>
            <a:off x="7315200" y="5105520"/>
            <a:ext cx="1541160" cy="1370520"/>
          </a:xfrm>
          <a:prstGeom prst="rect">
            <a:avLst/>
          </a:prstGeom>
          <a:ln w="0">
            <a:noFill/>
          </a:ln>
        </p:spPr>
      </p:pic>
      <p:pic>
        <p:nvPicPr>
          <p:cNvPr id="186" name="Google Shape;108;p1" descr=""/>
          <p:cNvPicPr/>
          <p:nvPr/>
        </p:nvPicPr>
        <p:blipFill>
          <a:blip r:embed="rId3"/>
          <a:stretch/>
        </p:blipFill>
        <p:spPr>
          <a:xfrm>
            <a:off x="7284600" y="257040"/>
            <a:ext cx="1528200" cy="703800"/>
          </a:xfrm>
          <a:prstGeom prst="rect">
            <a:avLst/>
          </a:prstGeom>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7" name="PlaceHolder 1"/>
          <p:cNvSpPr>
            <a:spLocks noGrp="1"/>
          </p:cNvSpPr>
          <p:nvPr>
            <p:ph/>
          </p:nvPr>
        </p:nvSpPr>
        <p:spPr>
          <a:xfrm>
            <a:off x="380880" y="1719000"/>
            <a:ext cx="8406720" cy="4406400"/>
          </a:xfrm>
          <a:prstGeom prst="rect">
            <a:avLst/>
          </a:prstGeom>
          <a:noFill/>
          <a:ln w="0">
            <a:noFill/>
          </a:ln>
        </p:spPr>
        <p:txBody>
          <a:bodyPr lIns="90000" rIns="90000" tIns="45000" bIns="45000" anchor="t">
            <a:normAutofit/>
          </a:bodyPr>
          <a:p>
            <a:pPr marL="274320" indent="-228600">
              <a:lnSpc>
                <a:spcPct val="100000"/>
              </a:lnSpc>
              <a:buClr>
                <a:srgbClr val="c66951"/>
              </a:buClr>
              <a:buFont typeface="Noto Sans Symbols"/>
              <a:buChar char="◼"/>
            </a:pPr>
            <a:r>
              <a:rPr b="0" lang="en-US" sz="2800" spc="-1" strike="noStrike">
                <a:solidFill>
                  <a:srgbClr val="534949"/>
                </a:solidFill>
                <a:latin typeface="Liberation Sans Narrow"/>
                <a:ea typeface="Liberation Sans Narrow"/>
              </a:rPr>
              <a:t>Note taking from lecture</a:t>
            </a:r>
            <a:endParaRPr b="0" lang="en-US" sz="2800" spc="-1" strike="noStrike">
              <a:latin typeface="Liberation Sans Narrow"/>
            </a:endParaRPr>
          </a:p>
          <a:p>
            <a:pPr lvl="1" marL="548640" indent="-182880">
              <a:lnSpc>
                <a:spcPct val="100000"/>
              </a:lnSpc>
              <a:spcBef>
                <a:spcPts val="519"/>
              </a:spcBef>
              <a:buClr>
                <a:srgbClr val="bf974d"/>
              </a:buClr>
              <a:buFont typeface="Noto Sans Symbols"/>
              <a:buChar char="▪"/>
            </a:pPr>
            <a:r>
              <a:rPr b="0" lang="en-US" sz="2600" spc="-1" strike="noStrike">
                <a:solidFill>
                  <a:srgbClr val="534949"/>
                </a:solidFill>
                <a:latin typeface="Liberation Sans Narrow"/>
                <a:ea typeface="Liberation Sans Narrow"/>
              </a:rPr>
              <a:t>Decide on typing or writing</a:t>
            </a:r>
            <a:endParaRPr b="0" lang="en-US" sz="2600" spc="-1" strike="noStrike">
              <a:latin typeface="Liberation Sans Narrow"/>
            </a:endParaRPr>
          </a:p>
          <a:p>
            <a:pPr lvl="1" marL="548640" indent="-182880">
              <a:lnSpc>
                <a:spcPct val="100000"/>
              </a:lnSpc>
              <a:spcBef>
                <a:spcPts val="519"/>
              </a:spcBef>
              <a:buClr>
                <a:srgbClr val="bf974d"/>
              </a:buClr>
              <a:buFont typeface="Noto Sans Symbols"/>
              <a:buChar char="▪"/>
            </a:pPr>
            <a:r>
              <a:rPr b="0" lang="en-US" sz="2600" spc="-1" strike="noStrike">
                <a:solidFill>
                  <a:srgbClr val="534949"/>
                </a:solidFill>
                <a:latin typeface="Liberation Sans Narrow"/>
                <a:ea typeface="Liberation Sans Narrow"/>
              </a:rPr>
              <a:t>Decide on a format</a:t>
            </a:r>
            <a:endParaRPr b="0" lang="en-US" sz="2600" spc="-1" strike="noStrike">
              <a:latin typeface="Liberation Sans Narrow"/>
            </a:endParaRPr>
          </a:p>
          <a:p>
            <a:pPr lvl="1" marL="548640" indent="-182880">
              <a:lnSpc>
                <a:spcPct val="100000"/>
              </a:lnSpc>
              <a:spcBef>
                <a:spcPts val="519"/>
              </a:spcBef>
              <a:buClr>
                <a:srgbClr val="bf974d"/>
              </a:buClr>
              <a:buFont typeface="Noto Sans Symbols"/>
              <a:buChar char="▪"/>
            </a:pPr>
            <a:r>
              <a:rPr b="0" lang="en-US" sz="2600" spc="-1" strike="noStrike">
                <a:solidFill>
                  <a:srgbClr val="534949"/>
                </a:solidFill>
                <a:latin typeface="Liberation Sans Narrow"/>
                <a:ea typeface="Liberation Sans Narrow"/>
              </a:rPr>
              <a:t>Capture main ideas</a:t>
            </a:r>
            <a:endParaRPr b="0" lang="en-US" sz="2600" spc="-1" strike="noStrike">
              <a:latin typeface="Liberation Sans Narrow"/>
            </a:endParaRPr>
          </a:p>
          <a:p>
            <a:pPr lvl="1" marL="548640" indent="-182880">
              <a:lnSpc>
                <a:spcPct val="100000"/>
              </a:lnSpc>
              <a:spcBef>
                <a:spcPts val="519"/>
              </a:spcBef>
              <a:buClr>
                <a:srgbClr val="bf974d"/>
              </a:buClr>
              <a:buFont typeface="Noto Sans Symbols"/>
              <a:buChar char="▪"/>
            </a:pPr>
            <a:r>
              <a:rPr b="0" lang="en-US" sz="2600" spc="-1" strike="noStrike">
                <a:solidFill>
                  <a:srgbClr val="534949"/>
                </a:solidFill>
                <a:latin typeface="Liberation Sans Narrow"/>
                <a:ea typeface="Liberation Sans Narrow"/>
              </a:rPr>
              <a:t>Assistive technology/ accommodations</a:t>
            </a:r>
            <a:endParaRPr b="0" lang="en-US" sz="2600" spc="-1" strike="noStrike">
              <a:latin typeface="Liberation Sans Narrow"/>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Note taking from text</a:t>
            </a:r>
            <a:endParaRPr b="0" lang="en-US" sz="2800" spc="-1" strike="noStrike">
              <a:latin typeface="Liberation Sans Narrow"/>
            </a:endParaRPr>
          </a:p>
          <a:p>
            <a:pPr lvl="1" marL="548640" indent="-182880">
              <a:lnSpc>
                <a:spcPct val="100000"/>
              </a:lnSpc>
              <a:spcBef>
                <a:spcPts val="519"/>
              </a:spcBef>
              <a:buClr>
                <a:srgbClr val="bf974d"/>
              </a:buClr>
              <a:buFont typeface="Noto Sans Symbols"/>
              <a:buChar char="▪"/>
            </a:pPr>
            <a:r>
              <a:rPr b="0" lang="en-US" sz="2600" spc="-1" strike="noStrike">
                <a:solidFill>
                  <a:srgbClr val="534949"/>
                </a:solidFill>
                <a:latin typeface="Liberation Sans Narrow"/>
                <a:ea typeface="Liberation Sans Narrow"/>
              </a:rPr>
              <a:t>Develop your personal system</a:t>
            </a:r>
            <a:endParaRPr b="0" lang="en-US" sz="2600" spc="-1" strike="noStrike">
              <a:latin typeface="Liberation Sans Narrow"/>
            </a:endParaRPr>
          </a:p>
          <a:p>
            <a:pPr lvl="1" marL="548640" indent="-182880">
              <a:lnSpc>
                <a:spcPct val="100000"/>
              </a:lnSpc>
              <a:spcBef>
                <a:spcPts val="519"/>
              </a:spcBef>
              <a:buClr>
                <a:srgbClr val="bf974d"/>
              </a:buClr>
              <a:buFont typeface="Noto Sans Symbols"/>
              <a:buChar char="▪"/>
            </a:pPr>
            <a:r>
              <a:rPr b="0" lang="en-US" sz="2600" spc="-1" strike="noStrike">
                <a:solidFill>
                  <a:srgbClr val="534949"/>
                </a:solidFill>
                <a:latin typeface="Liberation Sans Narrow"/>
                <a:ea typeface="Liberation Sans Narrow"/>
              </a:rPr>
              <a:t>Capturing main ideas</a:t>
            </a:r>
            <a:endParaRPr b="0" lang="en-US" sz="2600" spc="-1" strike="noStrike">
              <a:latin typeface="Liberation Sans Narrow"/>
            </a:endParaRPr>
          </a:p>
        </p:txBody>
      </p:sp>
      <p:sp>
        <p:nvSpPr>
          <p:cNvPr id="188" name="PlaceHolder 2"/>
          <p:cNvSpPr>
            <a:spLocks noGrp="1"/>
          </p:cNvSpPr>
          <p:nvPr>
            <p:ph type="title"/>
          </p:nvPr>
        </p:nvSpPr>
        <p:spPr>
          <a:xfrm>
            <a:off x="380880" y="355680"/>
            <a:ext cx="8380080" cy="1053360"/>
          </a:xfrm>
          <a:prstGeom prst="rect">
            <a:avLst/>
          </a:prstGeom>
          <a:noFill/>
          <a:ln w="0">
            <a:noFill/>
          </a:ln>
        </p:spPr>
        <p:txBody>
          <a:bodyPr lIns="90000" rIns="90000" tIns="45000" bIns="45000" anchor="ctr">
            <a:noAutofit/>
          </a:bodyPr>
          <a:p>
            <a:pPr algn="ctr">
              <a:lnSpc>
                <a:spcPct val="100000"/>
              </a:lnSpc>
              <a:buNone/>
              <a:tabLst>
                <a:tab algn="l" pos="0"/>
              </a:tabLst>
            </a:pPr>
            <a:r>
              <a:rPr b="0" lang="en-US" sz="2800" spc="-1" strike="noStrike">
                <a:solidFill>
                  <a:srgbClr val="ffffff"/>
                </a:solidFill>
                <a:latin typeface="Liberation Sans Narrow"/>
                <a:ea typeface="Liberation Sans Narrow"/>
              </a:rPr>
              <a:t>OVERVIEW OF WORKSHOP</a:t>
            </a:r>
            <a:endParaRPr b="0" lang="en-US" sz="2800" spc="-1" strike="noStrike">
              <a:latin typeface="Liberation Sans Narrow"/>
            </a:endParaRPr>
          </a:p>
        </p:txBody>
      </p:sp>
      <p:pic>
        <p:nvPicPr>
          <p:cNvPr id="189" name="Google Shape;117;p2" descr="C:\Users\Liz\AppData\Local\Microsoft\Windows\Temporary Internet Files\Content.IE5\KNH3IKME\MC900433868[1].png"/>
          <p:cNvPicPr/>
          <p:nvPr/>
        </p:nvPicPr>
        <p:blipFill>
          <a:blip r:embed="rId1"/>
          <a:stretch/>
        </p:blipFill>
        <p:spPr>
          <a:xfrm>
            <a:off x="5973120" y="3962520"/>
            <a:ext cx="2589840" cy="2589840"/>
          </a:xfrm>
          <a:prstGeom prst="rect">
            <a:avLst/>
          </a:prstGeom>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 name="PlaceHolder 1"/>
          <p:cNvSpPr>
            <a:spLocks noGrp="1"/>
          </p:cNvSpPr>
          <p:nvPr>
            <p:ph/>
          </p:nvPr>
        </p:nvSpPr>
        <p:spPr>
          <a:xfrm>
            <a:off x="380880" y="1719000"/>
            <a:ext cx="8406720" cy="4406400"/>
          </a:xfrm>
          <a:prstGeom prst="rect">
            <a:avLst/>
          </a:prstGeom>
          <a:noFill/>
          <a:ln w="0">
            <a:noFill/>
          </a:ln>
        </p:spPr>
        <p:txBody>
          <a:bodyPr lIns="90000" rIns="90000" tIns="45000" bIns="45000" anchor="t">
            <a:normAutofit/>
          </a:bodyPr>
          <a:p>
            <a:pPr marL="274320" indent="-228600">
              <a:lnSpc>
                <a:spcPct val="100000"/>
              </a:lnSpc>
              <a:buClr>
                <a:srgbClr val="c66951"/>
              </a:buClr>
              <a:buFont typeface="Noto Sans Symbols"/>
              <a:buChar char="◼"/>
            </a:pPr>
            <a:r>
              <a:rPr b="0" lang="en-US" sz="2800" spc="-1" strike="noStrike">
                <a:solidFill>
                  <a:srgbClr val="534949"/>
                </a:solidFill>
                <a:latin typeface="Liberation Sans Narrow"/>
                <a:ea typeface="Liberation Sans Narrow"/>
              </a:rPr>
              <a:t>How should I organize my notes?</a:t>
            </a:r>
            <a:endParaRPr b="0" lang="en-US" sz="2800" spc="-1" strike="noStrike">
              <a:latin typeface="Liberation Sans Narrow"/>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How do I keep up with the professor?</a:t>
            </a:r>
            <a:endParaRPr b="0" lang="en-US" sz="2800" spc="-1" strike="noStrike">
              <a:latin typeface="Liberation Sans Narrow"/>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How can I concentrate on what the professor is saying, participate AND take notes?</a:t>
            </a:r>
            <a:endParaRPr b="0" lang="en-US" sz="2800" spc="-1" strike="noStrike">
              <a:latin typeface="Liberation Sans Narrow"/>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How do I summarize a lecture?</a:t>
            </a:r>
            <a:endParaRPr b="0" lang="en-US" sz="2800" spc="-1" strike="noStrike">
              <a:latin typeface="Liberation Sans Narrow"/>
            </a:endParaRPr>
          </a:p>
        </p:txBody>
      </p:sp>
      <p:sp>
        <p:nvSpPr>
          <p:cNvPr id="191" name="PlaceHolder 2"/>
          <p:cNvSpPr>
            <a:spLocks noGrp="1"/>
          </p:cNvSpPr>
          <p:nvPr>
            <p:ph type="title"/>
          </p:nvPr>
        </p:nvSpPr>
        <p:spPr>
          <a:xfrm>
            <a:off x="380880" y="355680"/>
            <a:ext cx="8380080" cy="1053360"/>
          </a:xfrm>
          <a:prstGeom prst="rect">
            <a:avLst/>
          </a:prstGeom>
          <a:noFill/>
          <a:ln w="0">
            <a:noFill/>
          </a:ln>
        </p:spPr>
        <p:txBody>
          <a:bodyPr lIns="90000" rIns="90000" tIns="45000" bIns="45000" anchor="ctr">
            <a:normAutofit fontScale="98000"/>
          </a:bodyPr>
          <a:p>
            <a:pPr algn="ctr">
              <a:lnSpc>
                <a:spcPct val="100000"/>
              </a:lnSpc>
              <a:buNone/>
              <a:tabLst>
                <a:tab algn="l" pos="0"/>
              </a:tabLst>
            </a:pPr>
            <a:r>
              <a:rPr b="0" lang="en-US" sz="3200" spc="-1" strike="noStrike">
                <a:solidFill>
                  <a:srgbClr val="ffffff"/>
                </a:solidFill>
                <a:latin typeface="Liberation Sans Narrow"/>
                <a:ea typeface="Liberation Sans Narrow"/>
              </a:rPr>
              <a:t>THE CHALLENGES OF TAKING NOTES FROM A LECTURE</a:t>
            </a:r>
            <a:endParaRPr b="0" lang="en-US" sz="3200" spc="-1" strike="noStrike">
              <a:latin typeface="Liberation Sans Narrow"/>
            </a:endParaRPr>
          </a:p>
        </p:txBody>
      </p:sp>
      <p:pic>
        <p:nvPicPr>
          <p:cNvPr id="192" name="Google Shape;126;p3" descr="C:\Users\rc8539\AppData\Local\Microsoft\Windows\Temporary Internet Files\Content.IE5\2FI13YUL\taking_notes[1].jpg"/>
          <p:cNvPicPr/>
          <p:nvPr/>
        </p:nvPicPr>
        <p:blipFill>
          <a:blip r:embed="rId1"/>
          <a:stretch/>
        </p:blipFill>
        <p:spPr>
          <a:xfrm>
            <a:off x="6400800" y="4495680"/>
            <a:ext cx="2178360" cy="1856880"/>
          </a:xfrm>
          <a:prstGeom prst="rect">
            <a:avLst/>
          </a:prstGeom>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3" name="PlaceHolder 1"/>
          <p:cNvSpPr>
            <a:spLocks noGrp="1"/>
          </p:cNvSpPr>
          <p:nvPr>
            <p:ph/>
          </p:nvPr>
        </p:nvSpPr>
        <p:spPr>
          <a:xfrm>
            <a:off x="7162920" y="2892240"/>
            <a:ext cx="1599120" cy="1644840"/>
          </a:xfrm>
          <a:prstGeom prst="rect">
            <a:avLst/>
          </a:prstGeom>
          <a:noFill/>
          <a:ln w="0">
            <a:noFill/>
          </a:ln>
        </p:spPr>
        <p:txBody>
          <a:bodyPr lIns="90000" rIns="90000" tIns="45000" bIns="45000" anchor="ctr">
            <a:normAutofit/>
          </a:bodyPr>
          <a:p>
            <a:endParaRPr b="0" lang="en-US" sz="3200" spc="-1" strike="noStrike">
              <a:latin typeface="Liberation Sans Narrow"/>
            </a:endParaRPr>
          </a:p>
        </p:txBody>
      </p:sp>
      <p:sp>
        <p:nvSpPr>
          <p:cNvPr id="194" name="PlaceHolder 2"/>
          <p:cNvSpPr>
            <a:spLocks noGrp="1"/>
          </p:cNvSpPr>
          <p:nvPr>
            <p:ph type="title"/>
          </p:nvPr>
        </p:nvSpPr>
        <p:spPr>
          <a:xfrm>
            <a:off x="380880" y="2892240"/>
            <a:ext cx="6323400" cy="1644840"/>
          </a:xfrm>
          <a:prstGeom prst="rect">
            <a:avLst/>
          </a:prstGeom>
          <a:noFill/>
          <a:ln w="0">
            <a:noFill/>
          </a:ln>
        </p:spPr>
        <p:txBody>
          <a:bodyPr lIns="90000" rIns="90000" tIns="45000" bIns="45000" anchor="ctr">
            <a:normAutofit/>
          </a:bodyPr>
          <a:p>
            <a:pPr algn="r">
              <a:lnSpc>
                <a:spcPct val="100000"/>
              </a:lnSpc>
              <a:buNone/>
              <a:tabLst>
                <a:tab algn="l" pos="0"/>
              </a:tabLst>
            </a:pPr>
            <a:r>
              <a:rPr b="0" lang="en-US" sz="4200" spc="-1" strike="noStrike">
                <a:solidFill>
                  <a:srgbClr val="ffffff"/>
                </a:solidFill>
                <a:latin typeface="Liberation Sans Narrow"/>
                <a:ea typeface="Liberation Sans Narrow"/>
              </a:rPr>
              <a:t>TAKING NOTES FROM A LECTURE</a:t>
            </a:r>
            <a:endParaRPr b="0" lang="en-US" sz="4200" spc="-1" strike="noStrike">
              <a:latin typeface="Liberation Sans Narrow"/>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5" name="PlaceHolder 1"/>
          <p:cNvSpPr>
            <a:spLocks noGrp="1"/>
          </p:cNvSpPr>
          <p:nvPr>
            <p:ph/>
          </p:nvPr>
        </p:nvSpPr>
        <p:spPr>
          <a:xfrm>
            <a:off x="380880" y="1719000"/>
            <a:ext cx="8406720" cy="4406400"/>
          </a:xfrm>
          <a:prstGeom prst="rect">
            <a:avLst/>
          </a:prstGeom>
          <a:noFill/>
          <a:ln w="0">
            <a:noFill/>
          </a:ln>
        </p:spPr>
        <p:txBody>
          <a:bodyPr lIns="90000" rIns="90000" tIns="45000" bIns="45000" anchor="t">
            <a:normAutofit/>
          </a:bodyPr>
          <a:p>
            <a:pPr marL="274320" indent="-228600">
              <a:lnSpc>
                <a:spcPct val="100000"/>
              </a:lnSpc>
              <a:buClr>
                <a:srgbClr val="c66951"/>
              </a:buClr>
              <a:buFont typeface="Noto Sans Symbols"/>
              <a:buChar char="◼"/>
            </a:pPr>
            <a:r>
              <a:rPr b="0" lang="en-US" sz="2800" spc="-1" strike="noStrike">
                <a:solidFill>
                  <a:srgbClr val="534949"/>
                </a:solidFill>
                <a:latin typeface="Liberation Sans Narrow"/>
                <a:ea typeface="Liberation Sans Narrow"/>
              </a:rPr>
              <a:t>Benefits of typing</a:t>
            </a:r>
            <a:endParaRPr b="0" lang="en-US" sz="2800" spc="-1" strike="noStrike">
              <a:latin typeface="Liberation Sans Narrow"/>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Benefits of writing</a:t>
            </a:r>
            <a:endParaRPr b="0" lang="en-US" sz="2800" spc="-1" strike="noStrike">
              <a:latin typeface="Liberation Sans Narrow"/>
            </a:endParaRPr>
          </a:p>
        </p:txBody>
      </p:sp>
      <p:sp>
        <p:nvSpPr>
          <p:cNvPr id="196" name="PlaceHolder 2"/>
          <p:cNvSpPr>
            <a:spLocks noGrp="1"/>
          </p:cNvSpPr>
          <p:nvPr>
            <p:ph type="title"/>
          </p:nvPr>
        </p:nvSpPr>
        <p:spPr>
          <a:xfrm>
            <a:off x="380880" y="355680"/>
            <a:ext cx="8380080" cy="1053360"/>
          </a:xfrm>
          <a:prstGeom prst="rect">
            <a:avLst/>
          </a:prstGeom>
          <a:noFill/>
          <a:ln w="0">
            <a:noFill/>
          </a:ln>
        </p:spPr>
        <p:txBody>
          <a:bodyPr lIns="90000" rIns="90000" tIns="45000" bIns="45000" anchor="ctr">
            <a:normAutofit fontScale="98000"/>
          </a:bodyPr>
          <a:p>
            <a:pPr algn="ctr">
              <a:lnSpc>
                <a:spcPct val="100000"/>
              </a:lnSpc>
              <a:buNone/>
              <a:tabLst>
                <a:tab algn="l" pos="0"/>
              </a:tabLst>
            </a:pPr>
            <a:r>
              <a:rPr b="0" lang="en-US" sz="3200" spc="-1" strike="noStrike">
                <a:solidFill>
                  <a:srgbClr val="ffffff"/>
                </a:solidFill>
                <a:latin typeface="Liberation Sans Narrow"/>
                <a:ea typeface="Liberation Sans Narrow"/>
              </a:rPr>
              <a:t>FORMATTING YOUR NOTES:</a:t>
            </a:r>
            <a:br>
              <a:rPr sz="3200"/>
            </a:br>
            <a:r>
              <a:rPr b="0" lang="en-US" sz="3200" spc="-1" strike="noStrike">
                <a:solidFill>
                  <a:srgbClr val="ffffff"/>
                </a:solidFill>
                <a:latin typeface="Liberation Sans Narrow"/>
                <a:ea typeface="Liberation Sans Narrow"/>
              </a:rPr>
              <a:t> TO TYPE OR NOT TO TYPE….</a:t>
            </a:r>
            <a:endParaRPr b="0" lang="en-US" sz="3200" spc="-1" strike="noStrike">
              <a:latin typeface="Liberation Sans Narrow"/>
            </a:endParaRPr>
          </a:p>
        </p:txBody>
      </p:sp>
      <p:pic>
        <p:nvPicPr>
          <p:cNvPr id="197" name="Google Shape;143;p5" descr="C:\Users\Liz\AppData\Local\Microsoft\Windows\Temporary Internet Files\Content.IE5\9I32KKJ7\MC900431595[1].png"/>
          <p:cNvPicPr/>
          <p:nvPr/>
        </p:nvPicPr>
        <p:blipFill>
          <a:blip r:embed="rId1"/>
          <a:stretch/>
        </p:blipFill>
        <p:spPr>
          <a:xfrm>
            <a:off x="5638680" y="3817440"/>
            <a:ext cx="2361240" cy="2361240"/>
          </a:xfrm>
          <a:prstGeom prst="rect">
            <a:avLst/>
          </a:prstGeom>
          <a:ln w="0">
            <a:noFill/>
          </a:ln>
          <a:effectLst>
            <a:outerShdw algn="tl" blurRad="190440" rotWithShape="0">
              <a:srgbClr val="000000">
                <a:alpha val="70000"/>
              </a:srgbClr>
            </a:outerShdw>
          </a:effectLst>
        </p:spPr>
      </p:pic>
      <p:pic>
        <p:nvPicPr>
          <p:cNvPr id="198" name="Google Shape;144;p5" descr="C:\Users\Liz\AppData\Local\Microsoft\Windows\Temporary Internet Files\Content.IE5\KNH3IKME\MC900238023[1].wmf"/>
          <p:cNvPicPr/>
          <p:nvPr/>
        </p:nvPicPr>
        <p:blipFill>
          <a:blip r:embed="rId2"/>
          <a:stretch/>
        </p:blipFill>
        <p:spPr>
          <a:xfrm>
            <a:off x="1523880" y="4191120"/>
            <a:ext cx="2684880" cy="188820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99" name="Google Shape;151;p6" descr=""/>
          <p:cNvPicPr/>
          <p:nvPr/>
        </p:nvPicPr>
        <p:blipFill>
          <a:blip r:embed="rId1"/>
          <a:stretch/>
        </p:blipFill>
        <p:spPr>
          <a:xfrm>
            <a:off x="1066680" y="1752480"/>
            <a:ext cx="7086960" cy="4758120"/>
          </a:xfrm>
          <a:prstGeom prst="rect">
            <a:avLst/>
          </a:prstGeom>
          <a:ln cap="sq" w="88900">
            <a:solidFill>
              <a:srgbClr val="000000"/>
            </a:solidFill>
            <a:miter/>
          </a:ln>
        </p:spPr>
      </p:pic>
      <p:sp>
        <p:nvSpPr>
          <p:cNvPr id="200" name="PlaceHolder 1"/>
          <p:cNvSpPr>
            <a:spLocks noGrp="1"/>
          </p:cNvSpPr>
          <p:nvPr>
            <p:ph type="title"/>
          </p:nvPr>
        </p:nvSpPr>
        <p:spPr>
          <a:xfrm>
            <a:off x="380880" y="355680"/>
            <a:ext cx="8380080" cy="1053360"/>
          </a:xfrm>
          <a:prstGeom prst="rect">
            <a:avLst/>
          </a:prstGeom>
          <a:noFill/>
          <a:ln w="0">
            <a:noFill/>
          </a:ln>
        </p:spPr>
        <p:txBody>
          <a:bodyPr lIns="90000" rIns="90000" tIns="45000" bIns="45000" anchor="ctr">
            <a:noAutofit/>
          </a:bodyPr>
          <a:p>
            <a:pPr algn="ctr">
              <a:lnSpc>
                <a:spcPct val="100000"/>
              </a:lnSpc>
              <a:buNone/>
              <a:tabLst>
                <a:tab algn="l" pos="0"/>
              </a:tabLst>
            </a:pPr>
            <a:r>
              <a:rPr b="0" lang="en-US" sz="3200" spc="-1" strike="noStrike">
                <a:solidFill>
                  <a:srgbClr val="ffffff"/>
                </a:solidFill>
                <a:latin typeface="Liberation Sans Narrow"/>
                <a:ea typeface="Liberation Sans Narrow"/>
              </a:rPr>
              <a:t>MICROSOFT ONE NOTE</a:t>
            </a:r>
            <a:endParaRPr b="0" lang="en-US" sz="3200" spc="-1" strike="noStrike">
              <a:latin typeface="Liberation Sans Narrow"/>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01" name="Google Shape;157;p7" descr=""/>
          <p:cNvPicPr/>
          <p:nvPr/>
        </p:nvPicPr>
        <p:blipFill>
          <a:blip r:embed="rId1"/>
          <a:stretch/>
        </p:blipFill>
        <p:spPr>
          <a:xfrm>
            <a:off x="380880" y="1720800"/>
            <a:ext cx="8406360" cy="4402800"/>
          </a:xfrm>
          <a:prstGeom prst="rect">
            <a:avLst/>
          </a:prstGeom>
          <a:ln w="0">
            <a:noFill/>
          </a:ln>
        </p:spPr>
      </p:pic>
      <p:sp>
        <p:nvSpPr>
          <p:cNvPr id="202" name="PlaceHolder 1"/>
          <p:cNvSpPr>
            <a:spLocks noGrp="1"/>
          </p:cNvSpPr>
          <p:nvPr>
            <p:ph type="title"/>
          </p:nvPr>
        </p:nvSpPr>
        <p:spPr>
          <a:xfrm>
            <a:off x="380880" y="355680"/>
            <a:ext cx="8380080" cy="1053360"/>
          </a:xfrm>
          <a:prstGeom prst="rect">
            <a:avLst/>
          </a:prstGeom>
          <a:noFill/>
          <a:ln w="0">
            <a:noFill/>
          </a:ln>
        </p:spPr>
        <p:txBody>
          <a:bodyPr lIns="90000" rIns="90000" tIns="45000" bIns="45000" anchor="ctr">
            <a:noAutofit/>
          </a:bodyPr>
          <a:p>
            <a:pPr algn="ctr">
              <a:lnSpc>
                <a:spcPct val="100000"/>
              </a:lnSpc>
              <a:buNone/>
              <a:tabLst>
                <a:tab algn="l" pos="0"/>
              </a:tabLst>
            </a:pPr>
            <a:r>
              <a:rPr b="0" lang="en-US" sz="3200" spc="-1" strike="noStrike">
                <a:solidFill>
                  <a:srgbClr val="ffffff"/>
                </a:solidFill>
                <a:latin typeface="Liberation Sans Narrow"/>
                <a:ea typeface="Liberation Sans Narrow"/>
              </a:rPr>
              <a:t>EVERNOTE</a:t>
            </a:r>
            <a:endParaRPr b="0" lang="en-US" sz="3200" spc="-1" strike="noStrike">
              <a:latin typeface="Liberation Sans Narrow"/>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3" name="PlaceHolder 1"/>
          <p:cNvSpPr>
            <a:spLocks noGrp="1"/>
          </p:cNvSpPr>
          <p:nvPr>
            <p:ph type="title"/>
          </p:nvPr>
        </p:nvSpPr>
        <p:spPr>
          <a:xfrm>
            <a:off x="380880" y="355680"/>
            <a:ext cx="8380080" cy="1053360"/>
          </a:xfrm>
          <a:prstGeom prst="rect">
            <a:avLst/>
          </a:prstGeom>
          <a:noFill/>
          <a:ln w="0">
            <a:noFill/>
          </a:ln>
        </p:spPr>
        <p:txBody>
          <a:bodyPr lIns="0" rIns="0" tIns="0" bIns="0" anchor="ctr">
            <a:noAutofit/>
          </a:bodyPr>
          <a:p>
            <a:pPr algn="ctr">
              <a:lnSpc>
                <a:spcPct val="100000"/>
              </a:lnSpc>
              <a:buNone/>
              <a:tabLst>
                <a:tab algn="l" pos="0"/>
              </a:tabLst>
            </a:pPr>
            <a:r>
              <a:rPr b="0" lang="en-US" sz="3200" spc="-1" strike="noStrike">
                <a:solidFill>
                  <a:srgbClr val="ffffff"/>
                </a:solidFill>
                <a:latin typeface="Liberation Sans Narrow"/>
                <a:ea typeface="Liberation Sans Narrow"/>
              </a:rPr>
              <a:t>SONOCENT</a:t>
            </a:r>
            <a:endParaRPr b="0" lang="en-US" sz="3200" spc="-1" strike="noStrike">
              <a:latin typeface="Liberation Sans Narrow"/>
            </a:endParaRPr>
          </a:p>
        </p:txBody>
      </p:sp>
      <p:pic>
        <p:nvPicPr>
          <p:cNvPr id="204" name="Google Shape;164;p8" descr=""/>
          <p:cNvPicPr/>
          <p:nvPr/>
        </p:nvPicPr>
        <p:blipFill>
          <a:blip r:embed="rId1"/>
          <a:stretch/>
        </p:blipFill>
        <p:spPr>
          <a:xfrm>
            <a:off x="1066680" y="1371600"/>
            <a:ext cx="7215840" cy="5196960"/>
          </a:xfrm>
          <a:prstGeom prst="rect">
            <a:avLst/>
          </a:prstGeom>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5" name="PlaceHolder 1"/>
          <p:cNvSpPr>
            <a:spLocks noGrp="1"/>
          </p:cNvSpPr>
          <p:nvPr>
            <p:ph/>
          </p:nvPr>
        </p:nvSpPr>
        <p:spPr>
          <a:xfrm>
            <a:off x="380880" y="1719000"/>
            <a:ext cx="2208600" cy="4406400"/>
          </a:xfrm>
          <a:prstGeom prst="rect">
            <a:avLst/>
          </a:prstGeom>
          <a:noFill/>
          <a:ln w="0">
            <a:noFill/>
          </a:ln>
        </p:spPr>
        <p:txBody>
          <a:bodyPr lIns="90000" rIns="90000" tIns="45000" bIns="45000" anchor="t">
            <a:normAutofit/>
          </a:bodyPr>
          <a:p>
            <a:pPr marL="274320" indent="-228600">
              <a:lnSpc>
                <a:spcPct val="100000"/>
              </a:lnSpc>
              <a:buClr>
                <a:srgbClr val="c66951"/>
              </a:buClr>
              <a:buFont typeface="Noto Sans Symbols"/>
              <a:buChar char="◼"/>
            </a:pPr>
            <a:r>
              <a:rPr b="0" lang="en-US" sz="2000" spc="-1" strike="noStrike">
                <a:solidFill>
                  <a:srgbClr val="534949"/>
                </a:solidFill>
                <a:latin typeface="Liberation Sans Narrow"/>
                <a:ea typeface="Liberation Sans Narrow"/>
              </a:rPr>
              <a:t>AudioNote- $2.99 (I Pad), $4.99 (Mac)</a:t>
            </a:r>
            <a:endParaRPr b="0" lang="en-US" sz="2000" spc="-1" strike="noStrike">
              <a:latin typeface="Liberation Sans Narrow"/>
            </a:endParaRPr>
          </a:p>
          <a:p>
            <a:pPr marL="274320" indent="-228600">
              <a:lnSpc>
                <a:spcPct val="100000"/>
              </a:lnSpc>
              <a:spcBef>
                <a:spcPts val="400"/>
              </a:spcBef>
              <a:buClr>
                <a:srgbClr val="c66951"/>
              </a:buClr>
              <a:buFont typeface="Noto Sans Symbols"/>
              <a:buChar char="◼"/>
            </a:pPr>
            <a:r>
              <a:rPr b="0" lang="en-US" sz="2000" spc="-1" strike="noStrike">
                <a:solidFill>
                  <a:srgbClr val="534949"/>
                </a:solidFill>
                <a:latin typeface="Liberation Sans Narrow"/>
                <a:ea typeface="Liberation Sans Narrow"/>
              </a:rPr>
              <a:t>Notability- $2.99 (I Pad and Mac)</a:t>
            </a:r>
            <a:endParaRPr b="0" lang="en-US" sz="2000" spc="-1" strike="noStrike">
              <a:latin typeface="Liberation Sans Narrow"/>
            </a:endParaRPr>
          </a:p>
          <a:p>
            <a:pPr marL="274320" indent="-228600">
              <a:lnSpc>
                <a:spcPct val="100000"/>
              </a:lnSpc>
              <a:spcBef>
                <a:spcPts val="400"/>
              </a:spcBef>
              <a:buClr>
                <a:srgbClr val="c66951"/>
              </a:buClr>
              <a:buFont typeface="Noto Sans Symbols"/>
              <a:buChar char="◼"/>
            </a:pPr>
            <a:r>
              <a:rPr b="0" lang="en-US" sz="2000" spc="-1" strike="noStrike">
                <a:solidFill>
                  <a:srgbClr val="534949"/>
                </a:solidFill>
                <a:latin typeface="Liberation Sans Narrow"/>
                <a:ea typeface="Liberation Sans Narrow"/>
              </a:rPr>
              <a:t>Google Docs</a:t>
            </a:r>
            <a:endParaRPr b="0" lang="en-US" sz="2000" spc="-1" strike="noStrike">
              <a:latin typeface="Liberation Sans Narrow"/>
            </a:endParaRPr>
          </a:p>
          <a:p>
            <a:pPr marL="274320" indent="-228600">
              <a:lnSpc>
                <a:spcPct val="100000"/>
              </a:lnSpc>
              <a:spcBef>
                <a:spcPts val="400"/>
              </a:spcBef>
              <a:buClr>
                <a:srgbClr val="c66951"/>
              </a:buClr>
              <a:buFont typeface="Noto Sans Symbols"/>
              <a:buChar char="◼"/>
            </a:pPr>
            <a:r>
              <a:rPr b="0" lang="en-US" sz="2000" spc="-1" strike="noStrike">
                <a:solidFill>
                  <a:srgbClr val="534949"/>
                </a:solidFill>
                <a:latin typeface="Liberation Sans Narrow"/>
                <a:ea typeface="Liberation Sans Narrow"/>
              </a:rPr>
              <a:t>MS Word</a:t>
            </a:r>
            <a:endParaRPr b="0" lang="en-US" sz="2000" spc="-1" strike="noStrike">
              <a:latin typeface="Liberation Sans Narrow"/>
            </a:endParaRPr>
          </a:p>
          <a:p>
            <a:pPr marL="274320" indent="-228600">
              <a:lnSpc>
                <a:spcPct val="100000"/>
              </a:lnSpc>
              <a:spcBef>
                <a:spcPts val="400"/>
              </a:spcBef>
              <a:buClr>
                <a:srgbClr val="c66951"/>
              </a:buClr>
              <a:buFont typeface="Noto Sans Symbols"/>
              <a:buChar char="◼"/>
            </a:pPr>
            <a:r>
              <a:rPr b="0" lang="en-US" sz="2000" spc="-1" strike="noStrike">
                <a:solidFill>
                  <a:srgbClr val="534949"/>
                </a:solidFill>
                <a:latin typeface="Liberation Sans Narrow"/>
                <a:ea typeface="Liberation Sans Narrow"/>
              </a:rPr>
              <a:t>PowerPoint</a:t>
            </a:r>
            <a:endParaRPr b="0" lang="en-US" sz="2000" spc="-1" strike="noStrike">
              <a:latin typeface="Liberation Sans Narrow"/>
            </a:endParaRPr>
          </a:p>
          <a:p>
            <a:pPr marL="274320" indent="-101520">
              <a:lnSpc>
                <a:spcPct val="100000"/>
              </a:lnSpc>
              <a:spcBef>
                <a:spcPts val="400"/>
              </a:spcBef>
              <a:buNone/>
              <a:tabLst>
                <a:tab algn="l" pos="0"/>
              </a:tabLst>
            </a:pPr>
            <a:endParaRPr b="0" lang="en-US" sz="2000" spc="-1" strike="noStrike">
              <a:latin typeface="Liberation Sans Narrow"/>
            </a:endParaRPr>
          </a:p>
        </p:txBody>
      </p:sp>
      <p:sp>
        <p:nvSpPr>
          <p:cNvPr id="206" name="PlaceHolder 2"/>
          <p:cNvSpPr>
            <a:spLocks noGrp="1"/>
          </p:cNvSpPr>
          <p:nvPr>
            <p:ph type="title"/>
          </p:nvPr>
        </p:nvSpPr>
        <p:spPr>
          <a:xfrm>
            <a:off x="380880" y="355680"/>
            <a:ext cx="8380080" cy="1053360"/>
          </a:xfrm>
          <a:prstGeom prst="rect">
            <a:avLst/>
          </a:prstGeom>
          <a:noFill/>
          <a:ln w="0">
            <a:noFill/>
          </a:ln>
        </p:spPr>
        <p:txBody>
          <a:bodyPr lIns="90000" rIns="90000" tIns="45000" bIns="45000" anchor="ctr">
            <a:noAutofit/>
          </a:bodyPr>
          <a:p>
            <a:pPr algn="ctr">
              <a:lnSpc>
                <a:spcPct val="100000"/>
              </a:lnSpc>
              <a:buNone/>
              <a:tabLst>
                <a:tab algn="l" pos="0"/>
              </a:tabLst>
            </a:pPr>
            <a:r>
              <a:rPr b="0" lang="en-US" sz="3200" spc="-1" strike="noStrike">
                <a:solidFill>
                  <a:srgbClr val="ffffff"/>
                </a:solidFill>
                <a:latin typeface="Liberation Sans Narrow"/>
                <a:ea typeface="Liberation Sans Narrow"/>
              </a:rPr>
              <a:t>OTHER TECH OPTIONS</a:t>
            </a:r>
            <a:endParaRPr b="0" lang="en-US" sz="3200" spc="-1" strike="noStrike">
              <a:latin typeface="Liberation Sans Narrow"/>
            </a:endParaRPr>
          </a:p>
        </p:txBody>
      </p:sp>
      <p:pic>
        <p:nvPicPr>
          <p:cNvPr id="207" name="Google Shape;171;p9" descr=""/>
          <p:cNvPicPr/>
          <p:nvPr/>
        </p:nvPicPr>
        <p:blipFill>
          <a:blip r:embed="rId1"/>
          <a:stretch/>
        </p:blipFill>
        <p:spPr>
          <a:xfrm>
            <a:off x="2590920" y="1676520"/>
            <a:ext cx="2715120" cy="4647240"/>
          </a:xfrm>
          <a:prstGeom prst="rect">
            <a:avLst/>
          </a:prstGeom>
          <a:ln w="0">
            <a:noFill/>
          </a:ln>
        </p:spPr>
      </p:pic>
      <p:pic>
        <p:nvPicPr>
          <p:cNvPr id="208" name="Google Shape;172;p9" descr=""/>
          <p:cNvPicPr/>
          <p:nvPr/>
        </p:nvPicPr>
        <p:blipFill>
          <a:blip r:embed="rId2"/>
          <a:stretch/>
        </p:blipFill>
        <p:spPr>
          <a:xfrm>
            <a:off x="6019920" y="1711440"/>
            <a:ext cx="2595960" cy="4611960"/>
          </a:xfrm>
          <a:prstGeom prst="rect">
            <a:avLst/>
          </a:prstGeom>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9" name="PlaceHolder 1"/>
          <p:cNvSpPr>
            <a:spLocks noGrp="1"/>
          </p:cNvSpPr>
          <p:nvPr>
            <p:ph/>
          </p:nvPr>
        </p:nvSpPr>
        <p:spPr>
          <a:xfrm>
            <a:off x="380880" y="1719000"/>
            <a:ext cx="8406720" cy="4756680"/>
          </a:xfrm>
          <a:prstGeom prst="rect">
            <a:avLst/>
          </a:prstGeom>
          <a:noFill/>
          <a:ln w="0">
            <a:noFill/>
          </a:ln>
        </p:spPr>
        <p:txBody>
          <a:bodyPr lIns="90000" rIns="90000" tIns="45000" bIns="45000" anchor="t">
            <a:normAutofit/>
          </a:bodyPr>
          <a:p>
            <a:pPr marL="274320" indent="-228600">
              <a:lnSpc>
                <a:spcPct val="100000"/>
              </a:lnSpc>
              <a:buClr>
                <a:srgbClr val="c66951"/>
              </a:buClr>
              <a:buFont typeface="Noto Sans Symbols"/>
              <a:buChar char="◼"/>
            </a:pPr>
            <a:r>
              <a:rPr b="0" lang="en-US" sz="2800" spc="-1" strike="noStrike">
                <a:solidFill>
                  <a:srgbClr val="534949"/>
                </a:solidFill>
                <a:latin typeface="Liberation Sans Narrow"/>
                <a:ea typeface="Liberation Sans Narrow"/>
              </a:rPr>
              <a:t>Modifying your notes to fit the course</a:t>
            </a:r>
            <a:endParaRPr b="0" lang="en-US" sz="2800" spc="-1" strike="noStrike">
              <a:latin typeface="Liberation Sans Narrow"/>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Always look at materials the professor gives you</a:t>
            </a:r>
            <a:endParaRPr b="0" lang="en-US" sz="2800" spc="-1" strike="noStrike">
              <a:latin typeface="Liberation Sans Narrow"/>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Separating main ideas and sub-points</a:t>
            </a:r>
            <a:endParaRPr b="0" lang="en-US" sz="2800" spc="-1" strike="noStrike">
              <a:latin typeface="Liberation Sans Narrow"/>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Avoid writing all your notes continuously</a:t>
            </a:r>
            <a:endParaRPr b="0" lang="en-US" sz="2800" spc="-1" strike="noStrike">
              <a:latin typeface="Liberation Sans Narrow"/>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Formats</a:t>
            </a:r>
            <a:endParaRPr b="0" lang="en-US" sz="2800" spc="-1" strike="noStrike">
              <a:latin typeface="Liberation Sans Narrow"/>
            </a:endParaRPr>
          </a:p>
          <a:p>
            <a:pPr lvl="1" marL="548640" indent="-182880">
              <a:lnSpc>
                <a:spcPct val="100000"/>
              </a:lnSpc>
              <a:spcBef>
                <a:spcPts val="519"/>
              </a:spcBef>
              <a:buClr>
                <a:srgbClr val="bf974d"/>
              </a:buClr>
              <a:buFont typeface="Noto Sans Symbols"/>
              <a:buChar char="▪"/>
            </a:pPr>
            <a:r>
              <a:rPr b="0" lang="en-US" sz="2600" spc="-1" strike="noStrike">
                <a:solidFill>
                  <a:srgbClr val="534949"/>
                </a:solidFill>
                <a:latin typeface="Liberation Sans Narrow"/>
                <a:ea typeface="Liberation Sans Narrow"/>
              </a:rPr>
              <a:t>The “half page” technique</a:t>
            </a:r>
            <a:endParaRPr b="0" lang="en-US" sz="2600" spc="-1" strike="noStrike">
              <a:latin typeface="Liberation Sans Narrow"/>
            </a:endParaRPr>
          </a:p>
          <a:p>
            <a:pPr lvl="1" marL="548640" indent="-182880">
              <a:lnSpc>
                <a:spcPct val="100000"/>
              </a:lnSpc>
              <a:spcBef>
                <a:spcPts val="519"/>
              </a:spcBef>
              <a:buClr>
                <a:srgbClr val="bf974d"/>
              </a:buClr>
              <a:buFont typeface="Noto Sans Symbols"/>
              <a:buChar char="▪"/>
            </a:pPr>
            <a:r>
              <a:rPr b="0" lang="en-US" sz="2600" spc="-1" strike="noStrike">
                <a:solidFill>
                  <a:srgbClr val="534949"/>
                </a:solidFill>
                <a:latin typeface="Liberation Sans Narrow"/>
                <a:ea typeface="Liberation Sans Narrow"/>
              </a:rPr>
              <a:t>Outline form</a:t>
            </a:r>
            <a:endParaRPr b="0" lang="en-US" sz="2600" spc="-1" strike="noStrike">
              <a:latin typeface="Liberation Sans Narrow"/>
            </a:endParaRPr>
          </a:p>
          <a:p>
            <a:pPr lvl="1" marL="548640" indent="-182880">
              <a:lnSpc>
                <a:spcPct val="100000"/>
              </a:lnSpc>
              <a:spcBef>
                <a:spcPts val="519"/>
              </a:spcBef>
              <a:buClr>
                <a:srgbClr val="bf974d"/>
              </a:buClr>
              <a:buFont typeface="Noto Sans Symbols"/>
              <a:buChar char="▪"/>
            </a:pPr>
            <a:r>
              <a:rPr b="0" lang="en-US" sz="2600" spc="-1" strike="noStrike">
                <a:solidFill>
                  <a:srgbClr val="534949"/>
                </a:solidFill>
                <a:latin typeface="Liberation Sans Narrow"/>
                <a:ea typeface="Liberation Sans Narrow"/>
              </a:rPr>
              <a:t>Cornell Style</a:t>
            </a:r>
            <a:endParaRPr b="0" lang="en-US" sz="2600" spc="-1" strike="noStrike">
              <a:latin typeface="Liberation Sans Narrow"/>
            </a:endParaRPr>
          </a:p>
          <a:p>
            <a:pPr lvl="1" marL="548640" indent="-182880">
              <a:lnSpc>
                <a:spcPct val="100000"/>
              </a:lnSpc>
              <a:spcBef>
                <a:spcPts val="519"/>
              </a:spcBef>
              <a:buClr>
                <a:srgbClr val="bf974d"/>
              </a:buClr>
              <a:buFont typeface="Noto Sans Symbols"/>
              <a:buChar char="▪"/>
            </a:pPr>
            <a:r>
              <a:rPr b="0" lang="en-US" sz="2600" spc="-1" strike="noStrike">
                <a:solidFill>
                  <a:srgbClr val="534949"/>
                </a:solidFill>
                <a:latin typeface="Liberation Sans Narrow"/>
                <a:ea typeface="Liberation Sans Narrow"/>
              </a:rPr>
              <a:t>Write on PowerPoint print outs</a:t>
            </a:r>
            <a:endParaRPr b="0" lang="en-US" sz="2600" spc="-1" strike="noStrike">
              <a:latin typeface="Liberation Sans Narrow"/>
            </a:endParaRPr>
          </a:p>
        </p:txBody>
      </p:sp>
      <p:sp>
        <p:nvSpPr>
          <p:cNvPr id="210" name="PlaceHolder 2"/>
          <p:cNvSpPr>
            <a:spLocks noGrp="1"/>
          </p:cNvSpPr>
          <p:nvPr>
            <p:ph type="title"/>
          </p:nvPr>
        </p:nvSpPr>
        <p:spPr>
          <a:xfrm>
            <a:off x="380880" y="355680"/>
            <a:ext cx="8380080" cy="1053360"/>
          </a:xfrm>
          <a:prstGeom prst="rect">
            <a:avLst/>
          </a:prstGeom>
          <a:noFill/>
          <a:ln w="0">
            <a:noFill/>
          </a:ln>
        </p:spPr>
        <p:txBody>
          <a:bodyPr lIns="90000" rIns="90000" tIns="45000" bIns="45000" anchor="ctr">
            <a:normAutofit/>
          </a:bodyPr>
          <a:p>
            <a:pPr algn="ctr">
              <a:lnSpc>
                <a:spcPct val="100000"/>
              </a:lnSpc>
              <a:buNone/>
              <a:tabLst>
                <a:tab algn="l" pos="0"/>
              </a:tabLst>
            </a:pPr>
            <a:r>
              <a:rPr b="0" lang="en-US" sz="3200" spc="-1" strike="noStrike">
                <a:solidFill>
                  <a:srgbClr val="ffffff"/>
                </a:solidFill>
                <a:latin typeface="Liberation Sans Narrow"/>
                <a:ea typeface="Liberation Sans Narrow"/>
              </a:rPr>
              <a:t>HOW SHOULD I ORGANIZE MY NOTES?</a:t>
            </a:r>
            <a:endParaRPr b="0" lang="en-US" sz="3200" spc="-1" strike="noStrike">
              <a:latin typeface="Liberation Sans Narrow"/>
            </a:endParaRPr>
          </a:p>
        </p:txBody>
      </p:sp>
      <p:pic>
        <p:nvPicPr>
          <p:cNvPr id="211" name="Google Shape;181;p10" descr="C:\Users\rc8539\AppData\Local\Microsoft\Windows\Temporary Internet Files\Content.IE5\H2EM2JDT\pen_and_paper[1].JPG"/>
          <p:cNvPicPr/>
          <p:nvPr/>
        </p:nvPicPr>
        <p:blipFill>
          <a:blip r:embed="rId1"/>
          <a:stretch/>
        </p:blipFill>
        <p:spPr>
          <a:xfrm>
            <a:off x="6400800" y="4038480"/>
            <a:ext cx="2132640" cy="2283120"/>
          </a:xfrm>
          <a:prstGeom prst="rect">
            <a:avLst/>
          </a:prstGeom>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12" name="Google Shape;188;p11" descr=""/>
          <p:cNvPicPr/>
          <p:nvPr/>
        </p:nvPicPr>
        <p:blipFill>
          <a:blip r:embed="rId1"/>
          <a:stretch/>
        </p:blipFill>
        <p:spPr>
          <a:xfrm>
            <a:off x="2438280" y="1752480"/>
            <a:ext cx="4358880" cy="4833000"/>
          </a:xfrm>
          <a:prstGeom prst="rect">
            <a:avLst/>
          </a:prstGeom>
          <a:ln cap="sq" w="88900">
            <a:solidFill>
              <a:srgbClr val="000000"/>
            </a:solidFill>
            <a:miter/>
          </a:ln>
        </p:spPr>
      </p:pic>
      <p:sp>
        <p:nvSpPr>
          <p:cNvPr id="213" name="PlaceHolder 1"/>
          <p:cNvSpPr>
            <a:spLocks noGrp="1"/>
          </p:cNvSpPr>
          <p:nvPr>
            <p:ph type="title"/>
          </p:nvPr>
        </p:nvSpPr>
        <p:spPr>
          <a:xfrm>
            <a:off x="380880" y="355680"/>
            <a:ext cx="8380080" cy="1053360"/>
          </a:xfrm>
          <a:prstGeom prst="rect">
            <a:avLst/>
          </a:prstGeom>
          <a:noFill/>
          <a:ln w="0">
            <a:noFill/>
          </a:ln>
        </p:spPr>
        <p:txBody>
          <a:bodyPr lIns="90000" rIns="90000" tIns="45000" bIns="45000" anchor="ctr">
            <a:noAutofit/>
          </a:bodyPr>
          <a:p>
            <a:pPr algn="ctr">
              <a:lnSpc>
                <a:spcPct val="100000"/>
              </a:lnSpc>
              <a:buNone/>
              <a:tabLst>
                <a:tab algn="l" pos="0"/>
              </a:tabLst>
            </a:pPr>
            <a:r>
              <a:rPr b="0" lang="en-US" sz="3200" spc="-1" strike="noStrike">
                <a:solidFill>
                  <a:srgbClr val="ffffff"/>
                </a:solidFill>
                <a:latin typeface="Liberation Sans Narrow"/>
                <a:ea typeface="Liberation Sans Narrow"/>
              </a:rPr>
              <a:t>HALF PAGE TECHNIQUE</a:t>
            </a:r>
            <a:endParaRPr b="0" lang="en-US" sz="3200" spc="-1" strike="noStrike">
              <a:latin typeface="Liberation Sans Narrow"/>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14" name="Google Shape;196;p12" descr=""/>
          <p:cNvPicPr/>
          <p:nvPr/>
        </p:nvPicPr>
        <p:blipFill>
          <a:blip r:embed="rId1"/>
          <a:stretch/>
        </p:blipFill>
        <p:spPr>
          <a:xfrm>
            <a:off x="2057400" y="1752480"/>
            <a:ext cx="4886280" cy="4833000"/>
          </a:xfrm>
          <a:prstGeom prst="rect">
            <a:avLst/>
          </a:prstGeom>
          <a:ln cap="sq" w="88900">
            <a:solidFill>
              <a:srgbClr val="000000"/>
            </a:solidFill>
            <a:miter/>
          </a:ln>
        </p:spPr>
      </p:pic>
      <p:sp>
        <p:nvSpPr>
          <p:cNvPr id="215" name="PlaceHolder 1"/>
          <p:cNvSpPr>
            <a:spLocks noGrp="1"/>
          </p:cNvSpPr>
          <p:nvPr>
            <p:ph type="title"/>
          </p:nvPr>
        </p:nvSpPr>
        <p:spPr>
          <a:xfrm>
            <a:off x="380880" y="355680"/>
            <a:ext cx="8380080" cy="1053360"/>
          </a:xfrm>
          <a:prstGeom prst="rect">
            <a:avLst/>
          </a:prstGeom>
          <a:noFill/>
          <a:ln w="0">
            <a:noFill/>
          </a:ln>
        </p:spPr>
        <p:txBody>
          <a:bodyPr lIns="90000" rIns="90000" tIns="45000" bIns="45000" anchor="ctr">
            <a:noAutofit/>
          </a:bodyPr>
          <a:p>
            <a:pPr algn="ctr">
              <a:lnSpc>
                <a:spcPct val="100000"/>
              </a:lnSpc>
              <a:buNone/>
              <a:tabLst>
                <a:tab algn="l" pos="0"/>
              </a:tabLst>
            </a:pPr>
            <a:r>
              <a:rPr b="0" lang="en-US" sz="3200" spc="-1" strike="noStrike">
                <a:solidFill>
                  <a:srgbClr val="ffffff"/>
                </a:solidFill>
                <a:latin typeface="Liberation Sans Narrow"/>
                <a:ea typeface="Liberation Sans Narrow"/>
              </a:rPr>
              <a:t>OUTLINE FORM</a:t>
            </a:r>
            <a:endParaRPr b="0" lang="en-US" sz="3200" spc="-1" strike="noStrike">
              <a:latin typeface="Liberation Sans Narrow"/>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16" name="Google Shape;204;p13" descr=""/>
          <p:cNvPicPr/>
          <p:nvPr/>
        </p:nvPicPr>
        <p:blipFill>
          <a:blip r:embed="rId1"/>
          <a:stretch/>
        </p:blipFill>
        <p:spPr>
          <a:xfrm>
            <a:off x="2629440" y="1752480"/>
            <a:ext cx="3741840" cy="4833000"/>
          </a:xfrm>
          <a:prstGeom prst="rect">
            <a:avLst/>
          </a:prstGeom>
          <a:ln cap="sq" w="88900">
            <a:solidFill>
              <a:srgbClr val="000000"/>
            </a:solidFill>
            <a:miter/>
          </a:ln>
        </p:spPr>
      </p:pic>
      <p:sp>
        <p:nvSpPr>
          <p:cNvPr id="217" name="PlaceHolder 1"/>
          <p:cNvSpPr>
            <a:spLocks noGrp="1"/>
          </p:cNvSpPr>
          <p:nvPr>
            <p:ph type="title"/>
          </p:nvPr>
        </p:nvSpPr>
        <p:spPr>
          <a:xfrm>
            <a:off x="380880" y="355680"/>
            <a:ext cx="8380080" cy="1053360"/>
          </a:xfrm>
          <a:prstGeom prst="rect">
            <a:avLst/>
          </a:prstGeom>
          <a:noFill/>
          <a:ln w="0">
            <a:noFill/>
          </a:ln>
        </p:spPr>
        <p:txBody>
          <a:bodyPr lIns="90000" rIns="90000" tIns="45000" bIns="45000" anchor="ctr">
            <a:noAutofit/>
          </a:bodyPr>
          <a:p>
            <a:pPr algn="ctr">
              <a:lnSpc>
                <a:spcPct val="100000"/>
              </a:lnSpc>
              <a:buNone/>
              <a:tabLst>
                <a:tab algn="l" pos="0"/>
              </a:tabLst>
            </a:pPr>
            <a:r>
              <a:rPr b="0" lang="en-US" sz="3200" spc="-1" strike="noStrike">
                <a:solidFill>
                  <a:srgbClr val="ffffff"/>
                </a:solidFill>
                <a:latin typeface="Liberation Sans Narrow"/>
                <a:ea typeface="Liberation Sans Narrow"/>
              </a:rPr>
              <a:t>CORNELL STYLE</a:t>
            </a:r>
            <a:endParaRPr b="0" lang="en-US" sz="3200" spc="-1" strike="noStrike">
              <a:latin typeface="Liberation Sans Narrow"/>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 name="PlaceHolder 1"/>
          <p:cNvSpPr>
            <a:spLocks noGrp="1"/>
          </p:cNvSpPr>
          <p:nvPr>
            <p:ph type="title"/>
          </p:nvPr>
        </p:nvSpPr>
        <p:spPr>
          <a:xfrm>
            <a:off x="380880" y="355680"/>
            <a:ext cx="8380080" cy="1053360"/>
          </a:xfrm>
          <a:prstGeom prst="rect">
            <a:avLst/>
          </a:prstGeom>
          <a:noFill/>
          <a:ln w="0">
            <a:noFill/>
          </a:ln>
        </p:spPr>
        <p:txBody>
          <a:bodyPr lIns="90000" rIns="90000" tIns="45000" bIns="45000" anchor="ctr">
            <a:noAutofit/>
          </a:bodyPr>
          <a:p>
            <a:pPr algn="ctr">
              <a:lnSpc>
                <a:spcPct val="100000"/>
              </a:lnSpc>
              <a:buNone/>
              <a:tabLst>
                <a:tab algn="l" pos="0"/>
              </a:tabLst>
            </a:pPr>
            <a:r>
              <a:rPr b="0" lang="en-US" sz="3200" spc="-1" strike="noStrike">
                <a:solidFill>
                  <a:srgbClr val="ffffff"/>
                </a:solidFill>
                <a:latin typeface="Liberation Sans Narrow"/>
                <a:ea typeface="Liberation Sans Narrow"/>
              </a:rPr>
              <a:t>PRINTING POWER POINTS FOR NOTE TAKING</a:t>
            </a:r>
            <a:endParaRPr b="0" lang="en-US" sz="3200" spc="-1" strike="noStrike">
              <a:latin typeface="Liberation Sans Narrow"/>
            </a:endParaRPr>
          </a:p>
        </p:txBody>
      </p:sp>
      <p:pic>
        <p:nvPicPr>
          <p:cNvPr id="219" name="Google Shape;213;p14" descr="C:\Users\rc8539\AppData\Local\Microsoft\Windows\Temporary Internet Files\Content.IE5\2FI13YUL\Microsoft_Powerpoint[1].png"/>
          <p:cNvPicPr/>
          <p:nvPr/>
        </p:nvPicPr>
        <p:blipFill>
          <a:blip r:embed="rId1"/>
          <a:stretch/>
        </p:blipFill>
        <p:spPr>
          <a:xfrm>
            <a:off x="3365640" y="2703600"/>
            <a:ext cx="2437200" cy="2437200"/>
          </a:xfrm>
          <a:prstGeom prst="rect">
            <a:avLst/>
          </a:prstGeom>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0" name="PlaceHolder 1"/>
          <p:cNvSpPr>
            <a:spLocks noGrp="1"/>
          </p:cNvSpPr>
          <p:nvPr>
            <p:ph/>
          </p:nvPr>
        </p:nvSpPr>
        <p:spPr>
          <a:xfrm>
            <a:off x="380880" y="1719000"/>
            <a:ext cx="8406720" cy="4909320"/>
          </a:xfrm>
          <a:prstGeom prst="rect">
            <a:avLst/>
          </a:prstGeom>
          <a:noFill/>
          <a:ln w="0">
            <a:noFill/>
          </a:ln>
        </p:spPr>
        <p:txBody>
          <a:bodyPr lIns="90000" rIns="90000" tIns="45000" bIns="45000" anchor="t">
            <a:normAutofit/>
          </a:bodyPr>
          <a:p>
            <a:pPr marL="274320" indent="-228600">
              <a:lnSpc>
                <a:spcPct val="100000"/>
              </a:lnSpc>
              <a:buClr>
                <a:srgbClr val="c66951"/>
              </a:buClr>
              <a:buFont typeface="Noto Sans Symbols"/>
              <a:buChar char="◼"/>
            </a:pPr>
            <a:r>
              <a:rPr b="0" lang="en-US" sz="3000" spc="-1" strike="noStrike">
                <a:solidFill>
                  <a:srgbClr val="534949"/>
                </a:solidFill>
                <a:latin typeface="Liberation Sans Narrow"/>
                <a:ea typeface="Liberation Sans Narrow"/>
              </a:rPr>
              <a:t>Prepare beforehand</a:t>
            </a:r>
            <a:endParaRPr b="0" lang="en-US" sz="3000" spc="-1" strike="noStrike">
              <a:latin typeface="Liberation Sans Narrow"/>
            </a:endParaRPr>
          </a:p>
          <a:p>
            <a:pPr lvl="1" marL="548640" indent="-182880">
              <a:lnSpc>
                <a:spcPct val="100000"/>
              </a:lnSpc>
              <a:spcBef>
                <a:spcPts val="561"/>
              </a:spcBef>
              <a:buClr>
                <a:srgbClr val="bf974d"/>
              </a:buClr>
              <a:buFont typeface="Noto Sans Symbols"/>
              <a:buChar char="▪"/>
            </a:pPr>
            <a:r>
              <a:rPr b="0" lang="en-US" sz="2800" spc="-1" strike="noStrike">
                <a:solidFill>
                  <a:srgbClr val="534949"/>
                </a:solidFill>
                <a:latin typeface="Liberation Sans Narrow"/>
                <a:ea typeface="Liberation Sans Narrow"/>
              </a:rPr>
              <a:t>Make use of materials the professor gives you!</a:t>
            </a:r>
            <a:endParaRPr b="0" lang="en-US" sz="2800" spc="-1" strike="noStrike">
              <a:latin typeface="Liberation Sans Narrow"/>
            </a:endParaRPr>
          </a:p>
          <a:p>
            <a:pPr lvl="1" marL="548640" indent="-182880">
              <a:lnSpc>
                <a:spcPct val="100000"/>
              </a:lnSpc>
              <a:spcBef>
                <a:spcPts val="561"/>
              </a:spcBef>
              <a:buClr>
                <a:srgbClr val="bf974d"/>
              </a:buClr>
              <a:buFont typeface="Noto Sans Symbols"/>
              <a:buChar char="▪"/>
            </a:pPr>
            <a:r>
              <a:rPr b="0" lang="en-US" sz="2800" spc="-1" strike="noStrike">
                <a:solidFill>
                  <a:srgbClr val="534949"/>
                </a:solidFill>
                <a:latin typeface="Liberation Sans Narrow"/>
                <a:ea typeface="Liberation Sans Narrow"/>
              </a:rPr>
              <a:t>Do reading </a:t>
            </a:r>
            <a:r>
              <a:rPr b="0" i="1" lang="en-US" sz="2800" spc="-1" strike="noStrike">
                <a:solidFill>
                  <a:srgbClr val="534949"/>
                </a:solidFill>
                <a:latin typeface="Liberation Sans Narrow"/>
                <a:ea typeface="Liberation Sans Narrow"/>
              </a:rPr>
              <a:t>before </a:t>
            </a:r>
            <a:r>
              <a:rPr b="0" lang="en-US" sz="2800" spc="-1" strike="noStrike">
                <a:solidFill>
                  <a:srgbClr val="534949"/>
                </a:solidFill>
                <a:latin typeface="Liberation Sans Narrow"/>
                <a:ea typeface="Liberation Sans Narrow"/>
              </a:rPr>
              <a:t>corresponding lecture</a:t>
            </a:r>
            <a:endParaRPr b="0" lang="en-US" sz="2800" spc="-1" strike="noStrike">
              <a:latin typeface="Liberation Sans Narrow"/>
            </a:endParaRPr>
          </a:p>
          <a:p>
            <a:pPr lvl="1" marL="548640" indent="-182880">
              <a:lnSpc>
                <a:spcPct val="100000"/>
              </a:lnSpc>
              <a:spcBef>
                <a:spcPts val="561"/>
              </a:spcBef>
              <a:buClr>
                <a:srgbClr val="bf974d"/>
              </a:buClr>
              <a:buFont typeface="Noto Sans Symbols"/>
              <a:buChar char="▪"/>
            </a:pPr>
            <a:r>
              <a:rPr b="0" lang="en-US" sz="2800" spc="-1" strike="noStrike">
                <a:solidFill>
                  <a:srgbClr val="534949"/>
                </a:solidFill>
                <a:latin typeface="Liberation Sans Narrow"/>
                <a:ea typeface="Liberation Sans Narrow"/>
              </a:rPr>
              <a:t>Read the lecture slides </a:t>
            </a:r>
            <a:r>
              <a:rPr b="0" i="1" lang="en-US" sz="2800" spc="-1" strike="noStrike">
                <a:solidFill>
                  <a:srgbClr val="534949"/>
                </a:solidFill>
                <a:latin typeface="Liberation Sans Narrow"/>
                <a:ea typeface="Liberation Sans Narrow"/>
              </a:rPr>
              <a:t>before lecture</a:t>
            </a:r>
            <a:endParaRPr b="0" lang="en-US" sz="2800" spc="-1" strike="noStrike">
              <a:latin typeface="Liberation Sans Narrow"/>
            </a:endParaRPr>
          </a:p>
          <a:p>
            <a:pPr marL="274320" indent="-228600">
              <a:lnSpc>
                <a:spcPct val="100000"/>
              </a:lnSpc>
              <a:spcBef>
                <a:spcPts val="601"/>
              </a:spcBef>
              <a:buClr>
                <a:srgbClr val="c66951"/>
              </a:buClr>
              <a:buFont typeface="Noto Sans Symbols"/>
              <a:buChar char="◼"/>
            </a:pPr>
            <a:r>
              <a:rPr b="0" lang="en-US" sz="3000" spc="-1" strike="noStrike">
                <a:solidFill>
                  <a:srgbClr val="534949"/>
                </a:solidFill>
                <a:latin typeface="Liberation Sans Narrow"/>
                <a:ea typeface="Liberation Sans Narrow"/>
              </a:rPr>
              <a:t>Other techniques</a:t>
            </a:r>
            <a:endParaRPr b="0" lang="en-US" sz="3000" spc="-1" strike="noStrike">
              <a:latin typeface="Liberation Sans Narrow"/>
            </a:endParaRPr>
          </a:p>
          <a:p>
            <a:pPr lvl="1" marL="548640" indent="-182880">
              <a:lnSpc>
                <a:spcPct val="100000"/>
              </a:lnSpc>
              <a:spcBef>
                <a:spcPts val="561"/>
              </a:spcBef>
              <a:buClr>
                <a:srgbClr val="bf974d"/>
              </a:buClr>
              <a:buFont typeface="Noto Sans Symbols"/>
              <a:buChar char="▪"/>
            </a:pPr>
            <a:r>
              <a:rPr b="0" lang="en-US" sz="2800" spc="-1" strike="noStrike">
                <a:solidFill>
                  <a:srgbClr val="534949"/>
                </a:solidFill>
                <a:latin typeface="Liberation Sans Narrow"/>
                <a:ea typeface="Liberation Sans Narrow"/>
              </a:rPr>
              <a:t>Practice selecting a main idea in reading</a:t>
            </a:r>
            <a:endParaRPr b="0" lang="en-US" sz="2800" spc="-1" strike="noStrike">
              <a:latin typeface="Liberation Sans Narrow"/>
            </a:endParaRPr>
          </a:p>
          <a:p>
            <a:pPr lvl="1" marL="548640" indent="-182880">
              <a:lnSpc>
                <a:spcPct val="100000"/>
              </a:lnSpc>
              <a:spcBef>
                <a:spcPts val="561"/>
              </a:spcBef>
              <a:buClr>
                <a:srgbClr val="bf974d"/>
              </a:buClr>
              <a:buFont typeface="Noto Sans Symbols"/>
              <a:buChar char="▪"/>
            </a:pPr>
            <a:r>
              <a:rPr b="0" lang="en-US" sz="2800" spc="-1" strike="noStrike">
                <a:solidFill>
                  <a:srgbClr val="534949"/>
                </a:solidFill>
                <a:latin typeface="Liberation Sans Narrow"/>
                <a:ea typeface="Liberation Sans Narrow"/>
              </a:rPr>
              <a:t>Go back and listen to audio recordings of lecture to practice</a:t>
            </a:r>
            <a:endParaRPr b="0" lang="en-US" sz="2800" spc="-1" strike="noStrike">
              <a:latin typeface="Liberation Sans Narrow"/>
            </a:endParaRPr>
          </a:p>
          <a:p>
            <a:pPr lvl="1" marL="548640" indent="-182880">
              <a:lnSpc>
                <a:spcPct val="100000"/>
              </a:lnSpc>
              <a:spcBef>
                <a:spcPts val="561"/>
              </a:spcBef>
              <a:buClr>
                <a:srgbClr val="bf974d"/>
              </a:buClr>
              <a:buFont typeface="Noto Sans Symbols"/>
              <a:buChar char="▪"/>
            </a:pPr>
            <a:r>
              <a:rPr b="0" lang="en-US" sz="2800" spc="-1" strike="noStrike">
                <a:solidFill>
                  <a:srgbClr val="534949"/>
                </a:solidFill>
                <a:latin typeface="Liberation Sans Narrow"/>
                <a:ea typeface="Liberation Sans Narrow"/>
              </a:rPr>
              <a:t>Listen for key terms and changes in key terms</a:t>
            </a:r>
            <a:endParaRPr b="0" lang="en-US" sz="2800" spc="-1" strike="noStrike">
              <a:latin typeface="Liberation Sans Narrow"/>
            </a:endParaRPr>
          </a:p>
          <a:p>
            <a:pPr marL="274320" indent="-38160">
              <a:lnSpc>
                <a:spcPct val="100000"/>
              </a:lnSpc>
              <a:spcBef>
                <a:spcPts val="601"/>
              </a:spcBef>
              <a:buNone/>
              <a:tabLst>
                <a:tab algn="l" pos="0"/>
              </a:tabLst>
            </a:pPr>
            <a:endParaRPr b="0" lang="en-US" sz="3000" spc="-1" strike="noStrike">
              <a:latin typeface="Liberation Sans Narrow"/>
            </a:endParaRPr>
          </a:p>
        </p:txBody>
      </p:sp>
      <p:sp>
        <p:nvSpPr>
          <p:cNvPr id="221" name="PlaceHolder 2"/>
          <p:cNvSpPr>
            <a:spLocks noGrp="1"/>
          </p:cNvSpPr>
          <p:nvPr>
            <p:ph type="title"/>
          </p:nvPr>
        </p:nvSpPr>
        <p:spPr>
          <a:xfrm>
            <a:off x="380880" y="355680"/>
            <a:ext cx="8380080" cy="1053360"/>
          </a:xfrm>
          <a:prstGeom prst="rect">
            <a:avLst/>
          </a:prstGeom>
          <a:noFill/>
          <a:ln w="0">
            <a:noFill/>
          </a:ln>
        </p:spPr>
        <p:txBody>
          <a:bodyPr lIns="90000" rIns="90000" tIns="45000" bIns="45000" anchor="ctr">
            <a:normAutofit fontScale="97000"/>
          </a:bodyPr>
          <a:p>
            <a:pPr algn="ctr">
              <a:lnSpc>
                <a:spcPct val="100000"/>
              </a:lnSpc>
              <a:buNone/>
              <a:tabLst>
                <a:tab algn="l" pos="0"/>
              </a:tabLst>
            </a:pPr>
            <a:r>
              <a:rPr b="0" lang="en-US" sz="3200" spc="-1" strike="noStrike">
                <a:solidFill>
                  <a:srgbClr val="ffffff"/>
                </a:solidFill>
                <a:latin typeface="Liberation Sans Narrow"/>
                <a:ea typeface="Liberation Sans Narrow"/>
              </a:rPr>
              <a:t>HOW DO I KNOW WHEN THE PROFESSOR FINISHES ONE MAIN POINT AND MOVES ONTO THE NEXT?</a:t>
            </a:r>
            <a:endParaRPr b="0" lang="en-US" sz="3200" spc="-1" strike="noStrike">
              <a:latin typeface="Liberation Sans Narrow"/>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2" name="PlaceHolder 1"/>
          <p:cNvSpPr>
            <a:spLocks noGrp="1"/>
          </p:cNvSpPr>
          <p:nvPr>
            <p:ph/>
          </p:nvPr>
        </p:nvSpPr>
        <p:spPr>
          <a:xfrm>
            <a:off x="380880" y="1719000"/>
            <a:ext cx="8406720" cy="4406400"/>
          </a:xfrm>
          <a:prstGeom prst="rect">
            <a:avLst/>
          </a:prstGeom>
          <a:noFill/>
          <a:ln w="0">
            <a:noFill/>
          </a:ln>
        </p:spPr>
        <p:txBody>
          <a:bodyPr lIns="90000" rIns="90000" tIns="45000" bIns="45000" anchor="t">
            <a:normAutofit/>
          </a:bodyPr>
          <a:p>
            <a:pPr marL="274320" indent="-304920" algn="ctr">
              <a:lnSpc>
                <a:spcPct val="100000"/>
              </a:lnSpc>
              <a:buClr>
                <a:srgbClr val="c66951"/>
              </a:buClr>
              <a:buFont typeface="Noto Sans Symbols"/>
              <a:buChar char="◼"/>
            </a:pPr>
            <a:r>
              <a:rPr b="0" lang="en-US" sz="4800" spc="-1" strike="noStrike">
                <a:solidFill>
                  <a:srgbClr val="534949"/>
                </a:solidFill>
                <a:latin typeface="Liberation Sans Narrow"/>
                <a:ea typeface="Liberation Sans Narrow"/>
              </a:rPr>
              <a:t>If you’d like additional help with this… ask! We have another workshop!</a:t>
            </a:r>
            <a:endParaRPr b="0" lang="en-US" sz="4800" spc="-1" strike="noStrike">
              <a:latin typeface="Liberation Sans Narrow"/>
            </a:endParaRPr>
          </a:p>
          <a:p>
            <a:pPr marL="274320" indent="-101520">
              <a:lnSpc>
                <a:spcPct val="100000"/>
              </a:lnSpc>
              <a:spcBef>
                <a:spcPts val="400"/>
              </a:spcBef>
              <a:buNone/>
              <a:tabLst>
                <a:tab algn="l" pos="0"/>
              </a:tabLst>
            </a:pPr>
            <a:endParaRPr b="0" lang="en-US" sz="2000" spc="-1" strike="noStrike">
              <a:latin typeface="Liberation Sans Narrow"/>
            </a:endParaRPr>
          </a:p>
        </p:txBody>
      </p:sp>
      <p:sp>
        <p:nvSpPr>
          <p:cNvPr id="223" name="PlaceHolder 2"/>
          <p:cNvSpPr>
            <a:spLocks noGrp="1"/>
          </p:cNvSpPr>
          <p:nvPr>
            <p:ph type="title"/>
          </p:nvPr>
        </p:nvSpPr>
        <p:spPr>
          <a:xfrm>
            <a:off x="380880" y="355680"/>
            <a:ext cx="8380080" cy="1053360"/>
          </a:xfrm>
          <a:prstGeom prst="rect">
            <a:avLst/>
          </a:prstGeom>
          <a:noFill/>
          <a:ln w="0">
            <a:noFill/>
          </a:ln>
        </p:spPr>
        <p:txBody>
          <a:bodyPr lIns="90000" rIns="90000" tIns="45000" bIns="45000" anchor="ctr">
            <a:noAutofit/>
          </a:bodyPr>
          <a:p>
            <a:pPr algn="ctr">
              <a:lnSpc>
                <a:spcPct val="100000"/>
              </a:lnSpc>
              <a:buNone/>
              <a:tabLst>
                <a:tab algn="l" pos="0"/>
              </a:tabLst>
            </a:pPr>
            <a:r>
              <a:rPr b="0" lang="en-US" sz="3200" spc="-1" strike="noStrike">
                <a:solidFill>
                  <a:srgbClr val="ffffff"/>
                </a:solidFill>
                <a:latin typeface="Liberation Sans Narrow"/>
                <a:ea typeface="Liberation Sans Narrow"/>
              </a:rPr>
              <a:t>SELECTING THE MAIN IDEA</a:t>
            </a:r>
            <a:endParaRPr b="0" lang="en-US" sz="3200" spc="-1" strike="noStrike">
              <a:latin typeface="Liberation Sans Narrow"/>
            </a:endParaRPr>
          </a:p>
        </p:txBody>
      </p:sp>
      <p:pic>
        <p:nvPicPr>
          <p:cNvPr id="224" name="Google Shape;228;p16" descr="C:\Users\rc8539\AppData\Local\Microsoft\Windows\Temporary Internet Files\Content.IE5\FH03BZM6\lupa222[1].jpg"/>
          <p:cNvPicPr/>
          <p:nvPr/>
        </p:nvPicPr>
        <p:blipFill>
          <a:blip r:embed="rId1"/>
          <a:stretch/>
        </p:blipFill>
        <p:spPr>
          <a:xfrm>
            <a:off x="3124080" y="4038480"/>
            <a:ext cx="2532600" cy="2532600"/>
          </a:xfrm>
          <a:prstGeom prst="rect">
            <a:avLst/>
          </a:prstGeom>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5" name="PlaceHolder 1"/>
          <p:cNvSpPr>
            <a:spLocks noGrp="1"/>
          </p:cNvSpPr>
          <p:nvPr>
            <p:ph/>
          </p:nvPr>
        </p:nvSpPr>
        <p:spPr>
          <a:xfrm>
            <a:off x="380880" y="1719000"/>
            <a:ext cx="8406720" cy="4406400"/>
          </a:xfrm>
          <a:prstGeom prst="rect">
            <a:avLst/>
          </a:prstGeom>
          <a:noFill/>
          <a:ln w="0">
            <a:noFill/>
          </a:ln>
        </p:spPr>
        <p:txBody>
          <a:bodyPr lIns="90000" rIns="90000" tIns="45000" bIns="45000" anchor="t">
            <a:normAutofit/>
          </a:bodyPr>
          <a:p>
            <a:pPr marL="274320" indent="-228600">
              <a:lnSpc>
                <a:spcPct val="100000"/>
              </a:lnSpc>
              <a:buClr>
                <a:srgbClr val="c66951"/>
              </a:buClr>
              <a:buFont typeface="Noto Sans Symbols"/>
              <a:buChar char="◼"/>
            </a:pPr>
            <a:r>
              <a:rPr b="0" lang="en-US" sz="2800" spc="-1" strike="noStrike">
                <a:solidFill>
                  <a:srgbClr val="534949"/>
                </a:solidFill>
                <a:latin typeface="Liberation Sans Narrow"/>
                <a:ea typeface="Liberation Sans Narrow"/>
              </a:rPr>
              <a:t>Use abbreviations- keep them consistent</a:t>
            </a:r>
            <a:endParaRPr b="0" lang="en-US" sz="2800" spc="-1" strike="noStrike">
              <a:latin typeface="Liberation Sans Narrow"/>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Consider typing</a:t>
            </a:r>
            <a:endParaRPr b="0" lang="en-US" sz="2800" spc="-1" strike="noStrike">
              <a:latin typeface="Liberation Sans Narrow"/>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 </a:t>
            </a:r>
            <a:r>
              <a:rPr b="0" lang="en-US" sz="2800" spc="-1" strike="noStrike">
                <a:solidFill>
                  <a:srgbClr val="534949"/>
                </a:solidFill>
                <a:latin typeface="Liberation Sans Narrow"/>
                <a:ea typeface="Liberation Sans Narrow"/>
              </a:rPr>
              <a:t>Compare notes with a classmate to see if you missed any key points</a:t>
            </a:r>
            <a:endParaRPr b="0" lang="en-US" sz="2800" spc="-1" strike="noStrike">
              <a:latin typeface="Liberation Sans Narrow"/>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Use assistive technology</a:t>
            </a:r>
            <a:endParaRPr b="0" lang="en-US" sz="2800" spc="-1" strike="noStrike">
              <a:latin typeface="Liberation Sans Narrow"/>
            </a:endParaRPr>
          </a:p>
        </p:txBody>
      </p:sp>
      <p:sp>
        <p:nvSpPr>
          <p:cNvPr id="226" name="PlaceHolder 2"/>
          <p:cNvSpPr>
            <a:spLocks noGrp="1"/>
          </p:cNvSpPr>
          <p:nvPr>
            <p:ph type="title"/>
          </p:nvPr>
        </p:nvSpPr>
        <p:spPr>
          <a:xfrm>
            <a:off x="380880" y="355680"/>
            <a:ext cx="8380080" cy="1053360"/>
          </a:xfrm>
          <a:prstGeom prst="rect">
            <a:avLst/>
          </a:prstGeom>
          <a:noFill/>
          <a:ln w="0">
            <a:noFill/>
          </a:ln>
        </p:spPr>
        <p:txBody>
          <a:bodyPr lIns="90000" rIns="90000" tIns="45000" bIns="45000" anchor="ctr">
            <a:normAutofit/>
          </a:bodyPr>
          <a:p>
            <a:pPr algn="ctr">
              <a:lnSpc>
                <a:spcPct val="100000"/>
              </a:lnSpc>
              <a:buNone/>
              <a:tabLst>
                <a:tab algn="l" pos="0"/>
              </a:tabLst>
            </a:pPr>
            <a:r>
              <a:rPr b="0" lang="en-US" sz="3200" spc="-1" strike="noStrike">
                <a:solidFill>
                  <a:srgbClr val="ffffff"/>
                </a:solidFill>
                <a:latin typeface="Liberation Sans Narrow"/>
                <a:ea typeface="Liberation Sans Narrow"/>
              </a:rPr>
              <a:t>HOW DO I KEEP UP WITH MY PROFESSOR?</a:t>
            </a:r>
            <a:endParaRPr b="0" lang="en-US" sz="3200" spc="-1" strike="noStrike">
              <a:latin typeface="Liberation Sans Narrow"/>
            </a:endParaRPr>
          </a:p>
        </p:txBody>
      </p:sp>
      <p:sp>
        <p:nvSpPr>
          <p:cNvPr id="227" name="Google Shape;237;p17"/>
          <p:cNvSpPr/>
          <p:nvPr/>
        </p:nvSpPr>
        <p:spPr>
          <a:xfrm>
            <a:off x="6019920" y="3962520"/>
            <a:ext cx="2213280" cy="2262600"/>
          </a:xfrm>
          <a:prstGeom prst="round2DiagRect">
            <a:avLst>
              <a:gd name="adj1" fmla="val 16667"/>
              <a:gd name="adj2" fmla="val 0"/>
            </a:avLst>
          </a:prstGeom>
          <a:blipFill rotWithShape="0">
            <a:blip r:embed="rId1"/>
            <a:srcRect/>
            <a:stretch/>
          </a:blipFill>
          <a:ln cap="sq" w="88900">
            <a:solidFill>
              <a:srgbClr val="ffffff"/>
            </a:solidFill>
            <a:miter/>
          </a:ln>
          <a:effectLst>
            <a:outerShdw algn="tl" blurRad="254160" rotWithShape="0">
              <a:srgbClr val="000000">
                <a:alpha val="43000"/>
              </a:srgbClr>
            </a:outerShdw>
          </a:effectLst>
        </p:spPr>
        <p:style>
          <a:lnRef idx="0"/>
          <a:fillRef idx="0"/>
          <a:effectRef idx="0"/>
          <a:fontRef idx="minor"/>
        </p:style>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8" name="PlaceHolder 1"/>
          <p:cNvSpPr>
            <a:spLocks noGrp="1"/>
          </p:cNvSpPr>
          <p:nvPr>
            <p:ph/>
          </p:nvPr>
        </p:nvSpPr>
        <p:spPr>
          <a:xfrm>
            <a:off x="380880" y="1719000"/>
            <a:ext cx="8406720" cy="4406400"/>
          </a:xfrm>
          <a:prstGeom prst="rect">
            <a:avLst/>
          </a:prstGeom>
          <a:noFill/>
          <a:ln w="0">
            <a:noFill/>
          </a:ln>
        </p:spPr>
        <p:txBody>
          <a:bodyPr lIns="90000" rIns="90000" tIns="45000" bIns="45000" anchor="t">
            <a:normAutofit/>
          </a:bodyPr>
          <a:p>
            <a:pPr marL="274320" indent="-228600">
              <a:lnSpc>
                <a:spcPct val="100000"/>
              </a:lnSpc>
              <a:buClr>
                <a:srgbClr val="c66951"/>
              </a:buClr>
              <a:buFont typeface="Noto Sans Symbols"/>
              <a:buChar char="◼"/>
            </a:pPr>
            <a:r>
              <a:rPr b="0" lang="en-US" sz="2800" spc="-1" strike="noStrike">
                <a:solidFill>
                  <a:srgbClr val="534949"/>
                </a:solidFill>
                <a:latin typeface="Liberation Sans Narrow"/>
                <a:ea typeface="Liberation Sans Narrow"/>
              </a:rPr>
              <a:t>The challenge of doing two things at once</a:t>
            </a:r>
            <a:endParaRPr b="0" lang="en-US" sz="2800" spc="-1" strike="noStrike">
              <a:latin typeface="Liberation Sans Narrow"/>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Talk to your professor</a:t>
            </a:r>
            <a:endParaRPr b="0" lang="en-US" sz="2800" spc="-1" strike="noStrike">
              <a:latin typeface="Liberation Sans Narrow"/>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Accommodations- Discuss with your AS counselor</a:t>
            </a:r>
            <a:endParaRPr b="0" lang="en-US" sz="2800" spc="-1" strike="noStrike">
              <a:latin typeface="Liberation Sans Narrow"/>
            </a:endParaRPr>
          </a:p>
          <a:p>
            <a:pPr lvl="1" marL="548640" indent="-182880">
              <a:lnSpc>
                <a:spcPct val="100000"/>
              </a:lnSpc>
              <a:spcBef>
                <a:spcPts val="561"/>
              </a:spcBef>
              <a:buClr>
                <a:srgbClr val="bf974d"/>
              </a:buClr>
              <a:buFont typeface="Noto Sans Symbols"/>
              <a:buChar char="▪"/>
            </a:pPr>
            <a:r>
              <a:rPr b="0" lang="en-US" sz="2800" spc="-1" strike="noStrike">
                <a:solidFill>
                  <a:srgbClr val="534949"/>
                </a:solidFill>
                <a:latin typeface="Liberation Sans Narrow"/>
                <a:ea typeface="Liberation Sans Narrow"/>
              </a:rPr>
              <a:t>Have a note taker</a:t>
            </a:r>
            <a:endParaRPr b="0" lang="en-US" sz="2800" spc="-1" strike="noStrike">
              <a:latin typeface="Liberation Sans Narrow"/>
            </a:endParaRPr>
          </a:p>
          <a:p>
            <a:pPr lvl="1" marL="548640" indent="-182880">
              <a:lnSpc>
                <a:spcPct val="100000"/>
              </a:lnSpc>
              <a:spcBef>
                <a:spcPts val="561"/>
              </a:spcBef>
              <a:buClr>
                <a:srgbClr val="bf974d"/>
              </a:buClr>
              <a:buFont typeface="Noto Sans Symbols"/>
              <a:buChar char="▪"/>
            </a:pPr>
            <a:r>
              <a:rPr b="0" lang="en-US" sz="2800" spc="-1" strike="noStrike">
                <a:solidFill>
                  <a:srgbClr val="534949"/>
                </a:solidFill>
                <a:latin typeface="Liberation Sans Narrow"/>
                <a:ea typeface="Liberation Sans Narrow"/>
              </a:rPr>
              <a:t>Assistive Technology</a:t>
            </a:r>
            <a:endParaRPr b="0" lang="en-US" sz="2800" spc="-1" strike="noStrike">
              <a:latin typeface="Liberation Sans Narrow"/>
            </a:endParaRPr>
          </a:p>
          <a:p>
            <a:pPr lvl="2" marL="822960" indent="-182880">
              <a:lnSpc>
                <a:spcPct val="100000"/>
              </a:lnSpc>
              <a:spcBef>
                <a:spcPts val="561"/>
              </a:spcBef>
              <a:buClr>
                <a:srgbClr val="928b70"/>
              </a:buClr>
              <a:buFont typeface="Noto Sans Symbols"/>
              <a:buChar char="▪"/>
            </a:pPr>
            <a:r>
              <a:rPr b="0" lang="en-US" sz="2800" spc="-1" strike="noStrike">
                <a:solidFill>
                  <a:srgbClr val="534949"/>
                </a:solidFill>
                <a:latin typeface="Liberation Sans Narrow"/>
                <a:ea typeface="Liberation Sans Narrow"/>
              </a:rPr>
              <a:t>Voice Recorders</a:t>
            </a:r>
            <a:endParaRPr b="0" lang="en-US" sz="2800" spc="-1" strike="noStrike">
              <a:latin typeface="Liberation Sans Narrow"/>
            </a:endParaRPr>
          </a:p>
          <a:p>
            <a:pPr lvl="2" marL="822960" indent="-182880">
              <a:lnSpc>
                <a:spcPct val="100000"/>
              </a:lnSpc>
              <a:spcBef>
                <a:spcPts val="561"/>
              </a:spcBef>
              <a:buClr>
                <a:srgbClr val="928b70"/>
              </a:buClr>
              <a:buFont typeface="Noto Sans Symbols"/>
              <a:buChar char="▪"/>
            </a:pPr>
            <a:r>
              <a:rPr b="0" lang="en-US" sz="2800" spc="-1" strike="noStrike">
                <a:solidFill>
                  <a:srgbClr val="534949"/>
                </a:solidFill>
                <a:latin typeface="Liberation Sans Narrow"/>
                <a:ea typeface="Liberation Sans Narrow"/>
              </a:rPr>
              <a:t>Livescribe Smart Pen</a:t>
            </a:r>
            <a:endParaRPr b="0" lang="en-US" sz="2800" spc="-1" strike="noStrike">
              <a:latin typeface="Liberation Sans Narrow"/>
            </a:endParaRPr>
          </a:p>
          <a:p>
            <a:pPr lvl="2" marL="822960" indent="-182880">
              <a:lnSpc>
                <a:spcPct val="100000"/>
              </a:lnSpc>
              <a:spcBef>
                <a:spcPts val="561"/>
              </a:spcBef>
              <a:buClr>
                <a:srgbClr val="928b70"/>
              </a:buClr>
              <a:buFont typeface="Noto Sans Symbols"/>
              <a:buChar char="▪"/>
            </a:pPr>
            <a:r>
              <a:rPr b="0" lang="en-US" sz="2800" spc="-1" strike="noStrike">
                <a:solidFill>
                  <a:srgbClr val="534949"/>
                </a:solidFill>
                <a:latin typeface="Liberation Sans Narrow"/>
                <a:ea typeface="Liberation Sans Narrow"/>
              </a:rPr>
              <a:t>Sonocent</a:t>
            </a:r>
            <a:endParaRPr b="0" lang="en-US" sz="2800" spc="-1" strike="noStrike">
              <a:latin typeface="Liberation Sans Narrow"/>
            </a:endParaRPr>
          </a:p>
          <a:p>
            <a:pPr marL="548640" indent="-68760">
              <a:lnSpc>
                <a:spcPct val="100000"/>
              </a:lnSpc>
              <a:spcBef>
                <a:spcPts val="360"/>
              </a:spcBef>
              <a:buNone/>
              <a:tabLst>
                <a:tab algn="l" pos="0"/>
              </a:tabLst>
            </a:pPr>
            <a:endParaRPr b="0" lang="en-US" sz="1800" spc="-1" strike="noStrike">
              <a:latin typeface="Liberation Sans Narrow"/>
            </a:endParaRPr>
          </a:p>
        </p:txBody>
      </p:sp>
      <p:sp>
        <p:nvSpPr>
          <p:cNvPr id="229" name="PlaceHolder 2"/>
          <p:cNvSpPr>
            <a:spLocks noGrp="1"/>
          </p:cNvSpPr>
          <p:nvPr>
            <p:ph type="title"/>
          </p:nvPr>
        </p:nvSpPr>
        <p:spPr>
          <a:xfrm>
            <a:off x="380880" y="355680"/>
            <a:ext cx="8380080" cy="1053360"/>
          </a:xfrm>
          <a:prstGeom prst="rect">
            <a:avLst/>
          </a:prstGeom>
          <a:noFill/>
          <a:ln w="0">
            <a:noFill/>
          </a:ln>
        </p:spPr>
        <p:txBody>
          <a:bodyPr lIns="90000" rIns="90000" tIns="45000" bIns="45000" anchor="ctr">
            <a:normAutofit fontScale="98000"/>
          </a:bodyPr>
          <a:p>
            <a:pPr algn="ctr">
              <a:lnSpc>
                <a:spcPct val="100000"/>
              </a:lnSpc>
              <a:buNone/>
              <a:tabLst>
                <a:tab algn="l" pos="0"/>
              </a:tabLst>
            </a:pPr>
            <a:r>
              <a:rPr b="0" lang="en-US" sz="3200" spc="-1" strike="noStrike">
                <a:solidFill>
                  <a:srgbClr val="ffffff"/>
                </a:solidFill>
                <a:latin typeface="Liberation Sans Narrow"/>
                <a:ea typeface="Liberation Sans Narrow"/>
              </a:rPr>
              <a:t>HELP! HOW CAN I ACTIVELY LISTEN, TAKE NOTES, AND PARTICIPATE?</a:t>
            </a:r>
            <a:endParaRPr b="0" lang="en-US" sz="3200" spc="-1" strike="noStrike">
              <a:latin typeface="Liberation Sans Narrow"/>
            </a:endParaRPr>
          </a:p>
        </p:txBody>
      </p:sp>
      <p:pic>
        <p:nvPicPr>
          <p:cNvPr id="230" name="Google Shape;246;p18" descr="C:\Users\Liz\AppData\Local\Microsoft\Windows\Temporary Internet Files\Content.IE5\SBCUCH7C\MC900216942[1].wmf"/>
          <p:cNvPicPr/>
          <p:nvPr/>
        </p:nvPicPr>
        <p:blipFill>
          <a:blip r:embed="rId1"/>
          <a:stretch/>
        </p:blipFill>
        <p:spPr>
          <a:xfrm>
            <a:off x="5334120" y="3429000"/>
            <a:ext cx="2889000" cy="2881800"/>
          </a:xfrm>
          <a:prstGeom prst="rect">
            <a:avLst/>
          </a:prstGeom>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31" name="Google Shape;253;p19" descr="Pulse-Smartpen-468.jpg"/>
          <p:cNvPicPr/>
          <p:nvPr/>
        </p:nvPicPr>
        <p:blipFill>
          <a:blip r:embed="rId1"/>
          <a:stretch/>
        </p:blipFill>
        <p:spPr>
          <a:xfrm>
            <a:off x="2362320" y="1905120"/>
            <a:ext cx="4340880" cy="4405680"/>
          </a:xfrm>
          <a:prstGeom prst="rect">
            <a:avLst/>
          </a:prstGeom>
          <a:ln cap="sq" w="38100">
            <a:solidFill>
              <a:srgbClr val="000000"/>
            </a:solidFill>
            <a:miter/>
          </a:ln>
          <a:effectLst>
            <a:outerShdw algn="tl" blurRad="50760" dir="2700000" dist="37674" rotWithShape="0">
              <a:srgbClr val="000000">
                <a:alpha val="43000"/>
              </a:srgbClr>
            </a:outerShdw>
          </a:effectLst>
        </p:spPr>
      </p:pic>
      <p:sp>
        <p:nvSpPr>
          <p:cNvPr id="232" name="PlaceHolder 1"/>
          <p:cNvSpPr>
            <a:spLocks noGrp="1"/>
          </p:cNvSpPr>
          <p:nvPr>
            <p:ph type="title"/>
          </p:nvPr>
        </p:nvSpPr>
        <p:spPr>
          <a:xfrm>
            <a:off x="380880" y="355680"/>
            <a:ext cx="8380080" cy="1053360"/>
          </a:xfrm>
          <a:prstGeom prst="rect">
            <a:avLst/>
          </a:prstGeom>
          <a:noFill/>
          <a:ln w="0">
            <a:noFill/>
          </a:ln>
        </p:spPr>
        <p:txBody>
          <a:bodyPr lIns="90000" rIns="90000" tIns="45000" bIns="45000" anchor="ctr">
            <a:noAutofit/>
          </a:bodyPr>
          <a:p>
            <a:pPr algn="ctr">
              <a:lnSpc>
                <a:spcPct val="100000"/>
              </a:lnSpc>
              <a:buNone/>
              <a:tabLst>
                <a:tab algn="l" pos="0"/>
              </a:tabLst>
            </a:pPr>
            <a:r>
              <a:rPr b="0" lang="en-US" sz="3200" spc="-1" strike="noStrike">
                <a:solidFill>
                  <a:srgbClr val="ffffff"/>
                </a:solidFill>
                <a:latin typeface="Liberation Sans Narrow"/>
                <a:ea typeface="Liberation Sans Narrow"/>
              </a:rPr>
              <a:t>SMART PEN</a:t>
            </a:r>
            <a:endParaRPr b="0" lang="en-US" sz="3200" spc="-1" strike="noStrike">
              <a:latin typeface="Liberation Sans Narrow"/>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 name="PlaceHolder 1"/>
          <p:cNvSpPr>
            <a:spLocks noGrp="1"/>
          </p:cNvSpPr>
          <p:nvPr>
            <p:ph/>
          </p:nvPr>
        </p:nvSpPr>
        <p:spPr>
          <a:xfrm>
            <a:off x="380880" y="1719000"/>
            <a:ext cx="8406720" cy="4406400"/>
          </a:xfrm>
          <a:prstGeom prst="rect">
            <a:avLst/>
          </a:prstGeom>
          <a:noFill/>
          <a:ln w="0">
            <a:noFill/>
          </a:ln>
        </p:spPr>
        <p:txBody>
          <a:bodyPr lIns="90000" rIns="90000" tIns="45000" bIns="45000" anchor="t">
            <a:normAutofit/>
          </a:bodyPr>
          <a:p>
            <a:pPr marL="274320" indent="-228600">
              <a:lnSpc>
                <a:spcPct val="100000"/>
              </a:lnSpc>
              <a:buClr>
                <a:srgbClr val="c66951"/>
              </a:buClr>
              <a:buFont typeface="Noto Sans Symbols"/>
              <a:buChar char="◼"/>
            </a:pPr>
            <a:r>
              <a:rPr b="0" lang="en-US" sz="2800" spc="-1" strike="noStrike">
                <a:solidFill>
                  <a:srgbClr val="534949"/>
                </a:solidFill>
                <a:latin typeface="Liberation Sans Narrow"/>
                <a:ea typeface="Liberation Sans Narrow"/>
              </a:rPr>
              <a:t>How much you write depends on several things</a:t>
            </a:r>
            <a:endParaRPr b="0" lang="en-US" sz="2800" spc="-1" strike="noStrike">
              <a:latin typeface="Liberation Sans Narrow"/>
            </a:endParaRPr>
          </a:p>
          <a:p>
            <a:pPr lvl="1" marL="548640" indent="-182880">
              <a:lnSpc>
                <a:spcPct val="100000"/>
              </a:lnSpc>
              <a:spcBef>
                <a:spcPts val="561"/>
              </a:spcBef>
              <a:buClr>
                <a:srgbClr val="bf974d"/>
              </a:buClr>
              <a:buFont typeface="Noto Sans Symbols"/>
              <a:buChar char="▪"/>
            </a:pPr>
            <a:r>
              <a:rPr b="0" lang="en-US" sz="2800" spc="-1" strike="noStrike">
                <a:solidFill>
                  <a:srgbClr val="534949"/>
                </a:solidFill>
                <a:latin typeface="Liberation Sans Narrow"/>
                <a:ea typeface="Liberation Sans Narrow"/>
              </a:rPr>
              <a:t>Your own ability to juggle writing while listening</a:t>
            </a:r>
            <a:endParaRPr b="0" lang="en-US" sz="2800" spc="-1" strike="noStrike">
              <a:latin typeface="Liberation Sans Narrow"/>
            </a:endParaRPr>
          </a:p>
          <a:p>
            <a:pPr lvl="1" marL="548640" indent="-182880">
              <a:lnSpc>
                <a:spcPct val="100000"/>
              </a:lnSpc>
              <a:spcBef>
                <a:spcPts val="561"/>
              </a:spcBef>
              <a:buClr>
                <a:srgbClr val="bf974d"/>
              </a:buClr>
              <a:buFont typeface="Noto Sans Symbols"/>
              <a:buChar char="▪"/>
            </a:pPr>
            <a:r>
              <a:rPr b="0" lang="en-US" sz="2800" spc="-1" strike="noStrike">
                <a:solidFill>
                  <a:srgbClr val="534949"/>
                </a:solidFill>
                <a:latin typeface="Liberation Sans Narrow"/>
                <a:ea typeface="Liberation Sans Narrow"/>
              </a:rPr>
              <a:t>Are you using a voice recorder or smart pen?</a:t>
            </a:r>
            <a:endParaRPr b="0" lang="en-US" sz="2800" spc="-1" strike="noStrike">
              <a:latin typeface="Liberation Sans Narrow"/>
            </a:endParaRPr>
          </a:p>
          <a:p>
            <a:pPr lvl="1" marL="548640" indent="-182880">
              <a:lnSpc>
                <a:spcPct val="100000"/>
              </a:lnSpc>
              <a:spcBef>
                <a:spcPts val="561"/>
              </a:spcBef>
              <a:buClr>
                <a:srgbClr val="bf974d"/>
              </a:buClr>
              <a:buFont typeface="Noto Sans Symbols"/>
              <a:buChar char="▪"/>
            </a:pPr>
            <a:r>
              <a:rPr b="0" lang="en-US" sz="2800" spc="-1" strike="noStrike">
                <a:solidFill>
                  <a:srgbClr val="534949"/>
                </a:solidFill>
                <a:latin typeface="Liberation Sans Narrow"/>
                <a:ea typeface="Liberation Sans Narrow"/>
              </a:rPr>
              <a:t> </a:t>
            </a:r>
            <a:r>
              <a:rPr b="0" lang="en-US" sz="2800" spc="-1" strike="noStrike">
                <a:solidFill>
                  <a:srgbClr val="534949"/>
                </a:solidFill>
                <a:latin typeface="Liberation Sans Narrow"/>
                <a:ea typeface="Liberation Sans Narrow"/>
              </a:rPr>
              <a:t>Did your professor provide PPT slides?</a:t>
            </a:r>
            <a:endParaRPr b="0" lang="en-US" sz="2800" spc="-1" strike="noStrike">
              <a:latin typeface="Liberation Sans Narrow"/>
            </a:endParaRPr>
          </a:p>
          <a:p>
            <a:pPr lvl="1" marL="548640" indent="-182880">
              <a:lnSpc>
                <a:spcPct val="100000"/>
              </a:lnSpc>
              <a:spcBef>
                <a:spcPts val="561"/>
              </a:spcBef>
              <a:buClr>
                <a:srgbClr val="bf974d"/>
              </a:buClr>
              <a:buFont typeface="Noto Sans Symbols"/>
              <a:buChar char="▪"/>
            </a:pPr>
            <a:r>
              <a:rPr b="0" lang="en-US" sz="2800" spc="-1" strike="noStrike">
                <a:solidFill>
                  <a:srgbClr val="534949"/>
                </a:solidFill>
                <a:latin typeface="Liberation Sans Narrow"/>
                <a:ea typeface="Liberation Sans Narrow"/>
              </a:rPr>
              <a:t>Was there a topic you were confused about in the reading?</a:t>
            </a:r>
            <a:endParaRPr b="0" lang="en-US" sz="2800" spc="-1" strike="noStrike">
              <a:latin typeface="Liberation Sans Narrow"/>
            </a:endParaRPr>
          </a:p>
        </p:txBody>
      </p:sp>
      <p:sp>
        <p:nvSpPr>
          <p:cNvPr id="234" name="PlaceHolder 2"/>
          <p:cNvSpPr>
            <a:spLocks noGrp="1"/>
          </p:cNvSpPr>
          <p:nvPr>
            <p:ph type="title"/>
          </p:nvPr>
        </p:nvSpPr>
        <p:spPr>
          <a:xfrm>
            <a:off x="380880" y="355680"/>
            <a:ext cx="8380080" cy="1053360"/>
          </a:xfrm>
          <a:prstGeom prst="rect">
            <a:avLst/>
          </a:prstGeom>
          <a:noFill/>
          <a:ln w="0">
            <a:noFill/>
          </a:ln>
        </p:spPr>
        <p:txBody>
          <a:bodyPr lIns="90000" rIns="90000" tIns="45000" bIns="45000" anchor="ctr">
            <a:normAutofit fontScale="98000"/>
          </a:bodyPr>
          <a:p>
            <a:pPr algn="ctr">
              <a:lnSpc>
                <a:spcPct val="100000"/>
              </a:lnSpc>
              <a:buNone/>
              <a:tabLst>
                <a:tab algn="l" pos="0"/>
              </a:tabLst>
            </a:pPr>
            <a:r>
              <a:rPr b="0" lang="en-US" sz="3200" spc="-1" strike="noStrike">
                <a:solidFill>
                  <a:srgbClr val="ffffff"/>
                </a:solidFill>
                <a:latin typeface="Liberation Sans Narrow"/>
                <a:ea typeface="Liberation Sans Narrow"/>
              </a:rPr>
              <a:t>HOW DO I SUMMARIZE A LECTURE? SHOULD I WRITE EVERYTHING THE PROFESSOR SAYS?</a:t>
            </a:r>
            <a:endParaRPr b="0" lang="en-US" sz="3200" spc="-1" strike="noStrike">
              <a:latin typeface="Liberation Sans Narrow"/>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5" name="PlaceHolder 1"/>
          <p:cNvSpPr>
            <a:spLocks noGrp="1"/>
          </p:cNvSpPr>
          <p:nvPr>
            <p:ph/>
          </p:nvPr>
        </p:nvSpPr>
        <p:spPr>
          <a:xfrm>
            <a:off x="380880" y="1719000"/>
            <a:ext cx="8406720" cy="4406400"/>
          </a:xfrm>
          <a:prstGeom prst="rect">
            <a:avLst/>
          </a:prstGeom>
          <a:noFill/>
          <a:ln w="0">
            <a:noFill/>
          </a:ln>
        </p:spPr>
        <p:txBody>
          <a:bodyPr lIns="90000" rIns="90000" tIns="45000" bIns="45000" anchor="t">
            <a:normAutofit/>
          </a:bodyPr>
          <a:p>
            <a:pPr marL="274320" indent="-228600">
              <a:lnSpc>
                <a:spcPct val="100000"/>
              </a:lnSpc>
              <a:buClr>
                <a:srgbClr val="c66951"/>
              </a:buClr>
              <a:buFont typeface="Noto Sans Symbols"/>
              <a:buChar char="◼"/>
            </a:pPr>
            <a:r>
              <a:rPr b="0" lang="en-US" sz="2800" spc="-1" strike="noStrike">
                <a:solidFill>
                  <a:srgbClr val="534949"/>
                </a:solidFill>
                <a:latin typeface="Liberation Sans Narrow"/>
                <a:ea typeface="Liberation Sans Narrow"/>
              </a:rPr>
              <a:t>Immediately after class</a:t>
            </a:r>
            <a:endParaRPr b="0" lang="en-US" sz="2800" spc="-1" strike="noStrike">
              <a:latin typeface="Liberation Sans Narrow"/>
            </a:endParaRPr>
          </a:p>
          <a:p>
            <a:pPr lvl="1" marL="548640" indent="-182880">
              <a:lnSpc>
                <a:spcPct val="100000"/>
              </a:lnSpc>
              <a:spcBef>
                <a:spcPts val="561"/>
              </a:spcBef>
              <a:buClr>
                <a:srgbClr val="bf974d"/>
              </a:buClr>
              <a:buFont typeface="Noto Sans Symbols"/>
              <a:buChar char="▪"/>
            </a:pPr>
            <a:r>
              <a:rPr b="0" lang="en-US" sz="2800" spc="-1" strike="noStrike">
                <a:solidFill>
                  <a:srgbClr val="534949"/>
                </a:solidFill>
                <a:latin typeface="Liberation Sans Narrow"/>
                <a:ea typeface="Liberation Sans Narrow"/>
              </a:rPr>
              <a:t>Star information, put question marks</a:t>
            </a:r>
            <a:endParaRPr b="0" lang="en-US" sz="2800" spc="-1" strike="noStrike">
              <a:latin typeface="Liberation Sans Narrow"/>
            </a:endParaRPr>
          </a:p>
          <a:p>
            <a:pPr lvl="1" marL="548640" indent="-182880">
              <a:lnSpc>
                <a:spcPct val="100000"/>
              </a:lnSpc>
              <a:spcBef>
                <a:spcPts val="561"/>
              </a:spcBef>
              <a:buClr>
                <a:srgbClr val="bf974d"/>
              </a:buClr>
              <a:buFont typeface="Noto Sans Symbols"/>
              <a:buChar char="▪"/>
            </a:pPr>
            <a:r>
              <a:rPr b="0" lang="en-US" sz="2800" spc="-1" strike="noStrike">
                <a:solidFill>
                  <a:srgbClr val="534949"/>
                </a:solidFill>
                <a:latin typeface="Liberation Sans Narrow"/>
                <a:ea typeface="Liberation Sans Narrow"/>
              </a:rPr>
              <a:t>Five minute essay</a:t>
            </a:r>
            <a:endParaRPr b="0" lang="en-US" sz="2800" spc="-1" strike="noStrike">
              <a:latin typeface="Liberation Sans Narrow"/>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Reorganizing notes</a:t>
            </a:r>
            <a:endParaRPr b="0" lang="en-US" sz="2800" spc="-1" strike="noStrike">
              <a:latin typeface="Liberation Sans Narrow"/>
            </a:endParaRPr>
          </a:p>
          <a:p>
            <a:pPr lvl="1" marL="548640" indent="-182880">
              <a:lnSpc>
                <a:spcPct val="100000"/>
              </a:lnSpc>
              <a:spcBef>
                <a:spcPts val="561"/>
              </a:spcBef>
              <a:buClr>
                <a:srgbClr val="bf974d"/>
              </a:buClr>
              <a:buFont typeface="Noto Sans Symbols"/>
              <a:buChar char="▪"/>
            </a:pPr>
            <a:r>
              <a:rPr b="0" lang="en-US" sz="2800" spc="-1" strike="noStrike">
                <a:solidFill>
                  <a:srgbClr val="534949"/>
                </a:solidFill>
                <a:latin typeface="Liberation Sans Narrow"/>
                <a:ea typeface="Liberation Sans Narrow"/>
              </a:rPr>
              <a:t>Rewrite in better format/ Adjust formatting</a:t>
            </a:r>
            <a:endParaRPr b="0" lang="en-US" sz="2800" spc="-1" strike="noStrike">
              <a:latin typeface="Liberation Sans Narrow"/>
            </a:endParaRPr>
          </a:p>
          <a:p>
            <a:pPr lvl="1" marL="548640" indent="-182880">
              <a:lnSpc>
                <a:spcPct val="100000"/>
              </a:lnSpc>
              <a:spcBef>
                <a:spcPts val="561"/>
              </a:spcBef>
              <a:buClr>
                <a:srgbClr val="bf974d"/>
              </a:buClr>
              <a:buFont typeface="Noto Sans Symbols"/>
              <a:buChar char="▪"/>
            </a:pPr>
            <a:r>
              <a:rPr b="0" lang="en-US" sz="2800" spc="-1" strike="noStrike">
                <a:solidFill>
                  <a:srgbClr val="534949"/>
                </a:solidFill>
                <a:latin typeface="Liberation Sans Narrow"/>
                <a:ea typeface="Liberation Sans Narrow"/>
              </a:rPr>
              <a:t>Use different colored fonts and pens</a:t>
            </a:r>
            <a:endParaRPr b="0" lang="en-US" sz="2800" spc="-1" strike="noStrike">
              <a:latin typeface="Liberation Sans Narrow"/>
            </a:endParaRPr>
          </a:p>
          <a:p>
            <a:pPr lvl="1" marL="548640" indent="-182880">
              <a:lnSpc>
                <a:spcPct val="100000"/>
              </a:lnSpc>
              <a:spcBef>
                <a:spcPts val="519"/>
              </a:spcBef>
              <a:buClr>
                <a:srgbClr val="bf974d"/>
              </a:buClr>
              <a:buFont typeface="Noto Sans Symbols"/>
              <a:buChar char="▪"/>
            </a:pPr>
            <a:r>
              <a:rPr b="0" lang="en-US" sz="2600" spc="-1" strike="noStrike">
                <a:solidFill>
                  <a:srgbClr val="534949"/>
                </a:solidFill>
                <a:latin typeface="Liberation Sans Narrow"/>
                <a:ea typeface="Liberation Sans Narrow"/>
              </a:rPr>
              <a:t>Note Key Terms</a:t>
            </a:r>
            <a:endParaRPr b="0" lang="en-US" sz="2600" spc="-1" strike="noStrike">
              <a:latin typeface="Liberation Sans Narrow"/>
            </a:endParaRPr>
          </a:p>
          <a:p>
            <a:pPr lvl="1" marL="548640" indent="-182880">
              <a:lnSpc>
                <a:spcPct val="100000"/>
              </a:lnSpc>
              <a:spcBef>
                <a:spcPts val="519"/>
              </a:spcBef>
              <a:buClr>
                <a:srgbClr val="bf974d"/>
              </a:buClr>
              <a:buFont typeface="Noto Sans Symbols"/>
              <a:buChar char="▪"/>
            </a:pPr>
            <a:r>
              <a:rPr b="0" lang="en-US" sz="2600" spc="-1" strike="noStrike">
                <a:solidFill>
                  <a:srgbClr val="534949"/>
                </a:solidFill>
                <a:latin typeface="Liberation Sans Narrow"/>
                <a:ea typeface="Liberation Sans Narrow"/>
              </a:rPr>
              <a:t>Numbering Lists</a:t>
            </a:r>
            <a:endParaRPr b="0" lang="en-US" sz="2600" spc="-1" strike="noStrike">
              <a:latin typeface="Liberation Sans Narrow"/>
            </a:endParaRPr>
          </a:p>
        </p:txBody>
      </p:sp>
      <p:sp>
        <p:nvSpPr>
          <p:cNvPr id="236" name="PlaceHolder 2"/>
          <p:cNvSpPr>
            <a:spLocks noGrp="1"/>
          </p:cNvSpPr>
          <p:nvPr>
            <p:ph type="title"/>
          </p:nvPr>
        </p:nvSpPr>
        <p:spPr>
          <a:xfrm>
            <a:off x="380880" y="355680"/>
            <a:ext cx="8380080" cy="1053360"/>
          </a:xfrm>
          <a:prstGeom prst="rect">
            <a:avLst/>
          </a:prstGeom>
          <a:noFill/>
          <a:ln w="0">
            <a:noFill/>
          </a:ln>
        </p:spPr>
        <p:txBody>
          <a:bodyPr lIns="90000" rIns="90000" tIns="45000" bIns="45000" anchor="ctr">
            <a:normAutofit fontScale="98000"/>
          </a:bodyPr>
          <a:p>
            <a:pPr algn="ctr">
              <a:lnSpc>
                <a:spcPct val="100000"/>
              </a:lnSpc>
              <a:buNone/>
              <a:tabLst>
                <a:tab algn="l" pos="0"/>
              </a:tabLst>
            </a:pPr>
            <a:r>
              <a:rPr b="0" lang="en-US" sz="3200" spc="-1" strike="noStrike">
                <a:solidFill>
                  <a:srgbClr val="ffffff"/>
                </a:solidFill>
                <a:latin typeface="Liberation Sans Narrow"/>
                <a:ea typeface="Liberation Sans Narrow"/>
              </a:rPr>
              <a:t>AFTER CLASS</a:t>
            </a:r>
            <a:br>
              <a:rPr sz="3200"/>
            </a:br>
            <a:r>
              <a:rPr b="0" lang="en-US" sz="3200" spc="-1" strike="noStrike">
                <a:solidFill>
                  <a:srgbClr val="ffffff"/>
                </a:solidFill>
                <a:latin typeface="Liberation Sans Narrow"/>
                <a:ea typeface="Liberation Sans Narrow"/>
              </a:rPr>
              <a:t>THE NEXT STEP: REVIEWING YOUR NOTES</a:t>
            </a:r>
            <a:endParaRPr b="0" lang="en-US" sz="3200" spc="-1" strike="noStrike">
              <a:latin typeface="Liberation Sans Narrow"/>
            </a:endParaRPr>
          </a:p>
        </p:txBody>
      </p:sp>
      <p:pic>
        <p:nvPicPr>
          <p:cNvPr id="237" name="Google Shape;271;p21" descr="C:\Users\Liz\AppData\Local\Microsoft\Windows\Temporary Internet Files\Content.IE5\9I32KKJ7\MC900290519[1].wmf"/>
          <p:cNvPicPr/>
          <p:nvPr/>
        </p:nvPicPr>
        <p:blipFill>
          <a:blip r:embed="rId1"/>
          <a:stretch/>
        </p:blipFill>
        <p:spPr>
          <a:xfrm>
            <a:off x="7238880" y="4769640"/>
            <a:ext cx="1446840" cy="1689120"/>
          </a:xfrm>
          <a:prstGeom prst="rect">
            <a:avLst/>
          </a:prstGeom>
          <a:ln w="0">
            <a:noFill/>
          </a:ln>
        </p:spPr>
      </p:pic>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8" name="PlaceHolder 1"/>
          <p:cNvSpPr>
            <a:spLocks noGrp="1"/>
          </p:cNvSpPr>
          <p:nvPr>
            <p:ph/>
          </p:nvPr>
        </p:nvSpPr>
        <p:spPr>
          <a:xfrm>
            <a:off x="380880" y="1719000"/>
            <a:ext cx="8406720" cy="4406400"/>
          </a:xfrm>
          <a:prstGeom prst="rect">
            <a:avLst/>
          </a:prstGeom>
          <a:noFill/>
          <a:ln w="0">
            <a:noFill/>
          </a:ln>
        </p:spPr>
        <p:txBody>
          <a:bodyPr lIns="90000" rIns="90000" tIns="45000" bIns="45000" anchor="t">
            <a:normAutofit/>
          </a:bodyPr>
          <a:p>
            <a:pPr marL="274320" indent="-228600">
              <a:lnSpc>
                <a:spcPct val="100000"/>
              </a:lnSpc>
              <a:buClr>
                <a:srgbClr val="c66951"/>
              </a:buClr>
              <a:buFont typeface="Noto Sans Symbols"/>
              <a:buChar char="◼"/>
            </a:pPr>
            <a:r>
              <a:rPr b="0" lang="en-US" sz="2800" spc="-1" strike="noStrike">
                <a:solidFill>
                  <a:srgbClr val="534949"/>
                </a:solidFill>
                <a:latin typeface="Liberation Sans Narrow"/>
                <a:ea typeface="Liberation Sans Narrow"/>
              </a:rPr>
              <a:t>For the over-zealous note taker…</a:t>
            </a:r>
            <a:endParaRPr b="0" lang="en-US" sz="2800" spc="-1" strike="noStrike">
              <a:latin typeface="Liberation Sans Narrow"/>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For the over-burdened note taker…</a:t>
            </a:r>
            <a:endParaRPr b="0" lang="en-US" sz="2800" spc="-1" strike="noStrike">
              <a:latin typeface="Liberation Sans Narrow"/>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Making use of accommodations</a:t>
            </a:r>
            <a:endParaRPr b="0" lang="en-US" sz="2800" spc="-1" strike="noStrike">
              <a:latin typeface="Liberation Sans Narrow"/>
            </a:endParaRPr>
          </a:p>
          <a:p>
            <a:pPr marL="274320" indent="-101520">
              <a:lnSpc>
                <a:spcPct val="100000"/>
              </a:lnSpc>
              <a:spcBef>
                <a:spcPts val="400"/>
              </a:spcBef>
              <a:buNone/>
              <a:tabLst>
                <a:tab algn="l" pos="0"/>
              </a:tabLst>
            </a:pPr>
            <a:endParaRPr b="0" lang="en-US" sz="2000" spc="-1" strike="noStrike">
              <a:latin typeface="Liberation Sans Narrow"/>
            </a:endParaRPr>
          </a:p>
        </p:txBody>
      </p:sp>
      <p:sp>
        <p:nvSpPr>
          <p:cNvPr id="239" name="PlaceHolder 2"/>
          <p:cNvSpPr>
            <a:spLocks noGrp="1"/>
          </p:cNvSpPr>
          <p:nvPr>
            <p:ph type="title"/>
          </p:nvPr>
        </p:nvSpPr>
        <p:spPr>
          <a:xfrm>
            <a:off x="380880" y="355680"/>
            <a:ext cx="8380080" cy="1053360"/>
          </a:xfrm>
          <a:prstGeom prst="rect">
            <a:avLst/>
          </a:prstGeom>
          <a:noFill/>
          <a:ln w="0">
            <a:noFill/>
          </a:ln>
        </p:spPr>
        <p:txBody>
          <a:bodyPr lIns="90000" rIns="90000" tIns="45000" bIns="45000" anchor="ctr">
            <a:normAutofit fontScale="95000"/>
          </a:bodyPr>
          <a:p>
            <a:pPr algn="ctr">
              <a:lnSpc>
                <a:spcPct val="100000"/>
              </a:lnSpc>
              <a:buNone/>
              <a:tabLst>
                <a:tab algn="l" pos="0"/>
              </a:tabLst>
            </a:pPr>
            <a:r>
              <a:rPr b="0" lang="en-US" sz="3200" spc="-1" strike="noStrike">
                <a:solidFill>
                  <a:srgbClr val="ffffff"/>
                </a:solidFill>
                <a:latin typeface="Liberation Sans Narrow"/>
                <a:ea typeface="Liberation Sans Narrow"/>
              </a:rPr>
              <a:t>AFTER CLASS</a:t>
            </a:r>
            <a:br>
              <a:rPr sz="3200"/>
            </a:br>
            <a:r>
              <a:rPr b="0" lang="en-US" sz="3200" spc="-1" strike="noStrike">
                <a:solidFill>
                  <a:srgbClr val="ffffff"/>
                </a:solidFill>
                <a:latin typeface="Liberation Sans Narrow"/>
                <a:ea typeface="Liberation Sans Narrow"/>
              </a:rPr>
              <a:t>THE NEXT STEP: REVIEWING YOUR NOTES (CONTD.)</a:t>
            </a:r>
            <a:endParaRPr b="0" lang="en-US" sz="3200" spc="-1" strike="noStrike">
              <a:latin typeface="Liberation Sans Narrow"/>
            </a:endParaRPr>
          </a:p>
        </p:txBody>
      </p:sp>
      <p:pic>
        <p:nvPicPr>
          <p:cNvPr id="240" name="Google Shape;280;p22" descr="C:\Users\Liz\AppData\Local\Microsoft\Windows\Temporary Internet Files\Content.IE5\SBCUCH7C\MC900060290[1].wmf"/>
          <p:cNvPicPr/>
          <p:nvPr/>
        </p:nvPicPr>
        <p:blipFill>
          <a:blip r:embed="rId1"/>
          <a:stretch/>
        </p:blipFill>
        <p:spPr>
          <a:xfrm>
            <a:off x="2971800" y="3276720"/>
            <a:ext cx="3060000" cy="3153960"/>
          </a:xfrm>
          <a:prstGeom prst="rect">
            <a:avLst/>
          </a:prstGeom>
          <a:ln w="0">
            <a:noFill/>
          </a:ln>
        </p:spPr>
      </p:pic>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1" name="PlaceHolder 1"/>
          <p:cNvSpPr>
            <a:spLocks noGrp="1"/>
          </p:cNvSpPr>
          <p:nvPr>
            <p:ph/>
          </p:nvPr>
        </p:nvSpPr>
        <p:spPr>
          <a:xfrm>
            <a:off x="7162920" y="2892240"/>
            <a:ext cx="1599120" cy="1644840"/>
          </a:xfrm>
          <a:prstGeom prst="rect">
            <a:avLst/>
          </a:prstGeom>
          <a:noFill/>
          <a:ln w="0">
            <a:noFill/>
          </a:ln>
        </p:spPr>
        <p:txBody>
          <a:bodyPr lIns="90000" rIns="90000" tIns="45000" bIns="45000" anchor="ctr">
            <a:normAutofit/>
          </a:bodyPr>
          <a:p>
            <a:endParaRPr b="0" lang="en-US" sz="3200" spc="-1" strike="noStrike">
              <a:latin typeface="Liberation Sans Narrow"/>
            </a:endParaRPr>
          </a:p>
        </p:txBody>
      </p:sp>
      <p:sp>
        <p:nvSpPr>
          <p:cNvPr id="242" name="PlaceHolder 2"/>
          <p:cNvSpPr>
            <a:spLocks noGrp="1"/>
          </p:cNvSpPr>
          <p:nvPr>
            <p:ph type="title"/>
          </p:nvPr>
        </p:nvSpPr>
        <p:spPr>
          <a:xfrm>
            <a:off x="380880" y="2892240"/>
            <a:ext cx="6323400" cy="1644840"/>
          </a:xfrm>
          <a:prstGeom prst="rect">
            <a:avLst/>
          </a:prstGeom>
          <a:noFill/>
          <a:ln w="0">
            <a:noFill/>
          </a:ln>
        </p:spPr>
        <p:txBody>
          <a:bodyPr lIns="90000" rIns="90000" tIns="45000" bIns="45000" anchor="ctr">
            <a:noAutofit/>
          </a:bodyPr>
          <a:p>
            <a:pPr algn="r">
              <a:lnSpc>
                <a:spcPct val="100000"/>
              </a:lnSpc>
              <a:buNone/>
              <a:tabLst>
                <a:tab algn="l" pos="0"/>
              </a:tabLst>
            </a:pPr>
            <a:r>
              <a:rPr b="0" lang="en-US" sz="4200" spc="-1" strike="noStrike">
                <a:solidFill>
                  <a:srgbClr val="ffffff"/>
                </a:solidFill>
                <a:latin typeface="Liberation Sans Narrow"/>
                <a:ea typeface="Liberation Sans Narrow"/>
              </a:rPr>
              <a:t>TAKING NOTES FROM TEXT</a:t>
            </a:r>
            <a:endParaRPr b="0" lang="en-US" sz="4200" spc="-1" strike="noStrike">
              <a:latin typeface="Liberation Sans Narrow"/>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3" name="PlaceHolder 1"/>
          <p:cNvSpPr>
            <a:spLocks noGrp="1"/>
          </p:cNvSpPr>
          <p:nvPr>
            <p:ph/>
          </p:nvPr>
        </p:nvSpPr>
        <p:spPr>
          <a:xfrm>
            <a:off x="380880" y="1719000"/>
            <a:ext cx="8406720" cy="4406400"/>
          </a:xfrm>
          <a:prstGeom prst="rect">
            <a:avLst/>
          </a:prstGeom>
          <a:noFill/>
          <a:ln w="0">
            <a:noFill/>
          </a:ln>
        </p:spPr>
        <p:txBody>
          <a:bodyPr lIns="90000" rIns="90000" tIns="45000" bIns="45000" anchor="t">
            <a:normAutofit/>
          </a:bodyPr>
          <a:p>
            <a:pPr marL="274320" indent="-228600">
              <a:lnSpc>
                <a:spcPct val="100000"/>
              </a:lnSpc>
              <a:buClr>
                <a:srgbClr val="c66951"/>
              </a:buClr>
              <a:buFont typeface="Noto Sans Symbols"/>
              <a:buChar char="◼"/>
            </a:pPr>
            <a:r>
              <a:rPr b="0" lang="en-US" sz="2800" spc="-1" strike="noStrike">
                <a:solidFill>
                  <a:srgbClr val="534949"/>
                </a:solidFill>
                <a:latin typeface="Liberation Sans Narrow"/>
                <a:ea typeface="Liberation Sans Narrow"/>
              </a:rPr>
              <a:t>Do I really need to take notes from my text book? </a:t>
            </a:r>
            <a:endParaRPr b="0" lang="en-US" sz="2800" spc="-1" strike="noStrike">
              <a:latin typeface="Liberation Sans Narrow"/>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How do I know what to take notes on?</a:t>
            </a:r>
            <a:endParaRPr b="0" lang="en-US" sz="2800" spc="-1" strike="noStrike">
              <a:latin typeface="Liberation Sans Narrow"/>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How do I avoid “re-writing” the book?</a:t>
            </a:r>
            <a:endParaRPr b="0" lang="en-US" sz="2800" spc="-1" strike="noStrike">
              <a:latin typeface="Liberation Sans Narrow"/>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Taking notes from a text seems to take forever! How can I make this process quicker?</a:t>
            </a:r>
            <a:endParaRPr b="0" lang="en-US" sz="2800" spc="-1" strike="noStrike">
              <a:latin typeface="Liberation Sans Narrow"/>
            </a:endParaRPr>
          </a:p>
          <a:p>
            <a:pPr marL="274320" indent="-101520">
              <a:lnSpc>
                <a:spcPct val="100000"/>
              </a:lnSpc>
              <a:spcBef>
                <a:spcPts val="400"/>
              </a:spcBef>
              <a:buNone/>
              <a:tabLst>
                <a:tab algn="l" pos="0"/>
              </a:tabLst>
            </a:pPr>
            <a:endParaRPr b="0" lang="en-US" sz="2000" spc="-1" strike="noStrike">
              <a:latin typeface="Liberation Sans Narrow"/>
            </a:endParaRPr>
          </a:p>
        </p:txBody>
      </p:sp>
      <p:sp>
        <p:nvSpPr>
          <p:cNvPr id="244" name="PlaceHolder 2"/>
          <p:cNvSpPr>
            <a:spLocks noGrp="1"/>
          </p:cNvSpPr>
          <p:nvPr>
            <p:ph type="title"/>
          </p:nvPr>
        </p:nvSpPr>
        <p:spPr>
          <a:xfrm>
            <a:off x="380880" y="355680"/>
            <a:ext cx="8380080" cy="1053360"/>
          </a:xfrm>
          <a:prstGeom prst="rect">
            <a:avLst/>
          </a:prstGeom>
          <a:noFill/>
          <a:ln w="0">
            <a:noFill/>
          </a:ln>
        </p:spPr>
        <p:txBody>
          <a:bodyPr lIns="90000" rIns="90000" tIns="45000" bIns="45000" anchor="ctr">
            <a:normAutofit/>
          </a:bodyPr>
          <a:p>
            <a:pPr algn="ctr">
              <a:lnSpc>
                <a:spcPct val="100000"/>
              </a:lnSpc>
              <a:buNone/>
              <a:tabLst>
                <a:tab algn="l" pos="0"/>
              </a:tabLst>
            </a:pPr>
            <a:r>
              <a:rPr b="0" lang="en-US" sz="3200" spc="-1" strike="noStrike">
                <a:solidFill>
                  <a:srgbClr val="ffffff"/>
                </a:solidFill>
                <a:latin typeface="Liberation Sans Narrow"/>
                <a:ea typeface="Liberation Sans Narrow"/>
              </a:rPr>
              <a:t>CHALLENGES OF TAKING NOTES FROM TEXT</a:t>
            </a:r>
            <a:endParaRPr b="0" lang="en-US" sz="3200" spc="-1" strike="noStrike">
              <a:latin typeface="Liberation Sans Narrow"/>
            </a:endParaRPr>
          </a:p>
        </p:txBody>
      </p:sp>
      <p:pic>
        <p:nvPicPr>
          <p:cNvPr id="245" name="Google Shape;297;p24" descr="C:\Users\rc8539\AppData\Local\Microsoft\Windows\Temporary Internet Files\Content.IE5\2RBMDPUQ\Questionmark[1].jpg"/>
          <p:cNvPicPr/>
          <p:nvPr/>
        </p:nvPicPr>
        <p:blipFill>
          <a:blip r:embed="rId1"/>
          <a:stretch/>
        </p:blipFill>
        <p:spPr>
          <a:xfrm>
            <a:off x="7238880" y="4648320"/>
            <a:ext cx="1486080" cy="1857960"/>
          </a:xfrm>
          <a:prstGeom prst="rect">
            <a:avLst/>
          </a:prstGeom>
          <a:ln w="0">
            <a:noFill/>
          </a:ln>
        </p:spPr>
      </p:pic>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6" name="PlaceHolder 1"/>
          <p:cNvSpPr>
            <a:spLocks noGrp="1"/>
          </p:cNvSpPr>
          <p:nvPr>
            <p:ph/>
          </p:nvPr>
        </p:nvSpPr>
        <p:spPr>
          <a:xfrm>
            <a:off x="380880" y="1719000"/>
            <a:ext cx="8406720" cy="4680720"/>
          </a:xfrm>
          <a:prstGeom prst="rect">
            <a:avLst/>
          </a:prstGeom>
          <a:noFill/>
          <a:ln w="0">
            <a:noFill/>
          </a:ln>
        </p:spPr>
        <p:txBody>
          <a:bodyPr lIns="90000" rIns="90000" tIns="45000" bIns="45000" anchor="t">
            <a:normAutofit/>
          </a:bodyPr>
          <a:p>
            <a:pPr marL="274320" indent="-228600">
              <a:lnSpc>
                <a:spcPct val="100000"/>
              </a:lnSpc>
              <a:buClr>
                <a:srgbClr val="c66951"/>
              </a:buClr>
              <a:buFont typeface="Noto Sans Symbols"/>
              <a:buChar char="◼"/>
            </a:pPr>
            <a:r>
              <a:rPr b="0" lang="en-US" sz="2800" spc="-1" strike="noStrike">
                <a:solidFill>
                  <a:srgbClr val="534949"/>
                </a:solidFill>
                <a:latin typeface="Liberation Sans Narrow"/>
                <a:ea typeface="Liberation Sans Narrow"/>
              </a:rPr>
              <a:t>Do you want to annotate your book or take separate notes?</a:t>
            </a:r>
            <a:endParaRPr b="0" lang="en-US" sz="2800" spc="-1" strike="noStrike">
              <a:latin typeface="Liberation Sans Narrow"/>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Are you going to underline/ highlight?</a:t>
            </a:r>
            <a:endParaRPr b="0" lang="en-US" sz="2800" spc="-1" strike="noStrike">
              <a:latin typeface="Liberation Sans Narrow"/>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Are your books digital or traditional?</a:t>
            </a:r>
            <a:endParaRPr b="0" lang="en-US" sz="2800" spc="-1" strike="noStrike">
              <a:latin typeface="Liberation Sans Narrow"/>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Do you want to use an app or assistive technology?</a:t>
            </a:r>
            <a:endParaRPr b="0" lang="en-US" sz="2800" spc="-1" strike="noStrike">
              <a:latin typeface="Liberation Sans Narrow"/>
            </a:endParaRPr>
          </a:p>
        </p:txBody>
      </p:sp>
      <p:sp>
        <p:nvSpPr>
          <p:cNvPr id="247" name="PlaceHolder 2"/>
          <p:cNvSpPr>
            <a:spLocks noGrp="1"/>
          </p:cNvSpPr>
          <p:nvPr>
            <p:ph type="title"/>
          </p:nvPr>
        </p:nvSpPr>
        <p:spPr>
          <a:xfrm>
            <a:off x="380880" y="355680"/>
            <a:ext cx="8380080" cy="1053360"/>
          </a:xfrm>
          <a:prstGeom prst="rect">
            <a:avLst/>
          </a:prstGeom>
          <a:noFill/>
          <a:ln w="0">
            <a:noFill/>
          </a:ln>
        </p:spPr>
        <p:txBody>
          <a:bodyPr lIns="90000" rIns="90000" tIns="45000" bIns="45000" anchor="ctr">
            <a:normAutofit/>
          </a:bodyPr>
          <a:p>
            <a:pPr algn="ctr">
              <a:lnSpc>
                <a:spcPct val="100000"/>
              </a:lnSpc>
              <a:buNone/>
              <a:tabLst>
                <a:tab algn="l" pos="0"/>
              </a:tabLst>
            </a:pPr>
            <a:r>
              <a:rPr b="0" lang="en-US" sz="3200" spc="-1" strike="noStrike">
                <a:solidFill>
                  <a:srgbClr val="ffffff"/>
                </a:solidFill>
                <a:latin typeface="Liberation Sans Narrow"/>
                <a:ea typeface="Liberation Sans Narrow"/>
              </a:rPr>
              <a:t>DEVELOP YOUR PERSONAL SYSTEM</a:t>
            </a:r>
            <a:endParaRPr b="0" lang="en-US" sz="3200" spc="-1" strike="noStrike">
              <a:latin typeface="Liberation Sans Narrow"/>
            </a:endParaRPr>
          </a:p>
        </p:txBody>
      </p:sp>
      <p:pic>
        <p:nvPicPr>
          <p:cNvPr id="248" name="Google Shape;306;p25" descr="C:\Users\rc8539\AppData\Local\Microsoft\Windows\Temporary Internet Files\Content.IE5\3P2MXG1P\thinkingcapwhoa[1].gif"/>
          <p:cNvPicPr/>
          <p:nvPr/>
        </p:nvPicPr>
        <p:blipFill>
          <a:blip r:embed="rId1"/>
          <a:stretch/>
        </p:blipFill>
        <p:spPr>
          <a:xfrm>
            <a:off x="6934320" y="4419720"/>
            <a:ext cx="1675440" cy="1971000"/>
          </a:xfrm>
          <a:prstGeom prst="rect">
            <a:avLst/>
          </a:prstGeom>
          <a:ln w="0">
            <a:noFill/>
          </a:ln>
        </p:spPr>
      </p:pic>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9" name="PlaceHolder 1"/>
          <p:cNvSpPr>
            <a:spLocks noGrp="1"/>
          </p:cNvSpPr>
          <p:nvPr>
            <p:ph/>
          </p:nvPr>
        </p:nvSpPr>
        <p:spPr>
          <a:xfrm>
            <a:off x="380880" y="1719000"/>
            <a:ext cx="8406720" cy="4680720"/>
          </a:xfrm>
          <a:prstGeom prst="rect">
            <a:avLst/>
          </a:prstGeom>
          <a:noFill/>
          <a:ln w="0">
            <a:noFill/>
          </a:ln>
        </p:spPr>
        <p:txBody>
          <a:bodyPr lIns="90000" rIns="90000" tIns="45000" bIns="45000" anchor="t">
            <a:normAutofit/>
          </a:bodyPr>
          <a:p>
            <a:pPr marL="274320" indent="-228600">
              <a:lnSpc>
                <a:spcPct val="100000"/>
              </a:lnSpc>
              <a:buClr>
                <a:srgbClr val="c66951"/>
              </a:buClr>
              <a:buFont typeface="Noto Sans Symbols"/>
              <a:buChar char="◼"/>
            </a:pPr>
            <a:r>
              <a:rPr b="0" lang="en-US" sz="2800" spc="-1" strike="noStrike">
                <a:solidFill>
                  <a:srgbClr val="534949"/>
                </a:solidFill>
                <a:latin typeface="Liberation Sans Narrow"/>
                <a:ea typeface="Liberation Sans Narrow"/>
              </a:rPr>
              <a:t>Identify the main idea of a paragraph</a:t>
            </a:r>
            <a:endParaRPr b="0" lang="en-US" sz="2800" spc="-1" strike="noStrike">
              <a:latin typeface="Liberation Sans Narrow"/>
            </a:endParaRPr>
          </a:p>
          <a:p>
            <a:pPr lvl="1" marL="548640" indent="-182880">
              <a:lnSpc>
                <a:spcPct val="100000"/>
              </a:lnSpc>
              <a:spcBef>
                <a:spcPts val="519"/>
              </a:spcBef>
              <a:buClr>
                <a:srgbClr val="bf974d"/>
              </a:buClr>
              <a:buFont typeface="Noto Sans Symbols"/>
              <a:buChar char="▪"/>
            </a:pPr>
            <a:r>
              <a:rPr b="0" lang="en-US" sz="2600" spc="-1" strike="noStrike">
                <a:solidFill>
                  <a:srgbClr val="534949"/>
                </a:solidFill>
                <a:latin typeface="Liberation Sans Narrow"/>
                <a:ea typeface="Liberation Sans Narrow"/>
              </a:rPr>
              <a:t>If you want to underline/ highlight- only mark this</a:t>
            </a:r>
            <a:endParaRPr b="0" lang="en-US" sz="2600" spc="-1" strike="noStrike">
              <a:latin typeface="Liberation Sans Narrow"/>
            </a:endParaRPr>
          </a:p>
          <a:p>
            <a:pPr lvl="1" marL="548640" indent="-182880">
              <a:lnSpc>
                <a:spcPct val="100000"/>
              </a:lnSpc>
              <a:spcBef>
                <a:spcPts val="519"/>
              </a:spcBef>
              <a:buClr>
                <a:srgbClr val="bf974d"/>
              </a:buClr>
              <a:buFont typeface="Noto Sans Symbols"/>
              <a:buChar char="▪"/>
            </a:pPr>
            <a:r>
              <a:rPr b="0" lang="en-US" sz="2600" spc="-1" strike="noStrike">
                <a:solidFill>
                  <a:srgbClr val="534949"/>
                </a:solidFill>
                <a:latin typeface="Liberation Sans Narrow"/>
                <a:ea typeface="Liberation Sans Narrow"/>
              </a:rPr>
              <a:t>Or- write this in the margin</a:t>
            </a:r>
            <a:endParaRPr b="0" lang="en-US" sz="2600" spc="-1" strike="noStrike">
              <a:latin typeface="Liberation Sans Narrow"/>
            </a:endParaRPr>
          </a:p>
          <a:p>
            <a:pPr lvl="1" marL="548640" indent="-182880">
              <a:lnSpc>
                <a:spcPct val="100000"/>
              </a:lnSpc>
              <a:spcBef>
                <a:spcPts val="519"/>
              </a:spcBef>
              <a:buClr>
                <a:srgbClr val="bf974d"/>
              </a:buClr>
              <a:buFont typeface="Noto Sans Symbols"/>
              <a:buChar char="▪"/>
            </a:pPr>
            <a:r>
              <a:rPr b="0" lang="en-US" sz="2600" spc="-1" strike="noStrike">
                <a:solidFill>
                  <a:srgbClr val="534949"/>
                </a:solidFill>
                <a:latin typeface="Liberation Sans Narrow"/>
                <a:ea typeface="Liberation Sans Narrow"/>
              </a:rPr>
              <a:t>Or- write this in your notes</a:t>
            </a:r>
            <a:endParaRPr b="0" lang="en-US" sz="2600" spc="-1" strike="noStrike">
              <a:latin typeface="Liberation Sans Narrow"/>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Always put information in your own words</a:t>
            </a:r>
            <a:endParaRPr b="0" lang="en-US" sz="2800" spc="-1" strike="noStrike">
              <a:latin typeface="Liberation Sans Narrow"/>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Keep it short and to the point</a:t>
            </a:r>
            <a:endParaRPr b="0" lang="en-US" sz="2800" spc="-1" strike="noStrike">
              <a:latin typeface="Liberation Sans Narrow"/>
            </a:endParaRPr>
          </a:p>
        </p:txBody>
      </p:sp>
      <p:sp>
        <p:nvSpPr>
          <p:cNvPr id="250" name="PlaceHolder 2"/>
          <p:cNvSpPr>
            <a:spLocks noGrp="1"/>
          </p:cNvSpPr>
          <p:nvPr>
            <p:ph type="title"/>
          </p:nvPr>
        </p:nvSpPr>
        <p:spPr>
          <a:xfrm>
            <a:off x="380880" y="355680"/>
            <a:ext cx="8380080" cy="1053360"/>
          </a:xfrm>
          <a:prstGeom prst="rect">
            <a:avLst/>
          </a:prstGeom>
          <a:noFill/>
          <a:ln w="0">
            <a:noFill/>
          </a:ln>
        </p:spPr>
        <p:txBody>
          <a:bodyPr lIns="90000" rIns="90000" tIns="45000" bIns="45000" anchor="ctr">
            <a:normAutofit/>
          </a:bodyPr>
          <a:p>
            <a:pPr algn="ctr">
              <a:lnSpc>
                <a:spcPct val="100000"/>
              </a:lnSpc>
              <a:buNone/>
              <a:tabLst>
                <a:tab algn="l" pos="0"/>
              </a:tabLst>
            </a:pPr>
            <a:r>
              <a:rPr b="0" lang="en-US" sz="3200" spc="-1" strike="noStrike">
                <a:solidFill>
                  <a:srgbClr val="ffffff"/>
                </a:solidFill>
                <a:latin typeface="Liberation Sans Narrow"/>
                <a:ea typeface="Liberation Sans Narrow"/>
              </a:rPr>
              <a:t>WHAT SHOULD I TAKE NOTES ON? </a:t>
            </a:r>
            <a:endParaRPr b="0" lang="en-US" sz="3200" spc="-1" strike="noStrike">
              <a:latin typeface="Liberation Sans Narrow"/>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1" name="PlaceHolder 1"/>
          <p:cNvSpPr>
            <a:spLocks noGrp="1"/>
          </p:cNvSpPr>
          <p:nvPr>
            <p:ph/>
          </p:nvPr>
        </p:nvSpPr>
        <p:spPr>
          <a:xfrm>
            <a:off x="380880" y="1719000"/>
            <a:ext cx="8406720" cy="4680720"/>
          </a:xfrm>
          <a:prstGeom prst="rect">
            <a:avLst/>
          </a:prstGeom>
          <a:noFill/>
          <a:ln w="0">
            <a:noFill/>
          </a:ln>
        </p:spPr>
        <p:txBody>
          <a:bodyPr lIns="90000" rIns="90000" tIns="45000" bIns="45000" anchor="t">
            <a:normAutofit/>
          </a:bodyPr>
          <a:p>
            <a:pPr marL="274320" indent="-228600">
              <a:lnSpc>
                <a:spcPct val="100000"/>
              </a:lnSpc>
              <a:buClr>
                <a:srgbClr val="c66951"/>
              </a:buClr>
              <a:buFont typeface="Noto Sans Symbols"/>
              <a:buChar char="◼"/>
            </a:pPr>
            <a:r>
              <a:rPr b="0" lang="en-US" sz="2800" spc="-1" strike="noStrike">
                <a:solidFill>
                  <a:srgbClr val="534949"/>
                </a:solidFill>
                <a:latin typeface="Liberation Sans Narrow"/>
                <a:ea typeface="Liberation Sans Narrow"/>
              </a:rPr>
              <a:t>Use the books structure</a:t>
            </a:r>
            <a:endParaRPr b="0" lang="en-US" sz="2800" spc="-1" strike="noStrike">
              <a:latin typeface="Liberation Sans Narrow"/>
            </a:endParaRPr>
          </a:p>
          <a:p>
            <a:pPr lvl="1" marL="548640" indent="-182880">
              <a:lnSpc>
                <a:spcPct val="100000"/>
              </a:lnSpc>
              <a:spcBef>
                <a:spcPts val="479"/>
              </a:spcBef>
              <a:buClr>
                <a:srgbClr val="bf974d"/>
              </a:buClr>
              <a:buFont typeface="Noto Sans Symbols"/>
              <a:buChar char="▪"/>
            </a:pPr>
            <a:r>
              <a:rPr b="0" lang="en-US" sz="2400" spc="-1" strike="noStrike">
                <a:solidFill>
                  <a:srgbClr val="534949"/>
                </a:solidFill>
                <a:latin typeface="Liberation Sans Narrow"/>
                <a:ea typeface="Liberation Sans Narrow"/>
              </a:rPr>
              <a:t>Use headings and sub-headings to format your notes, if you are taking separate notes</a:t>
            </a:r>
            <a:endParaRPr b="0" lang="en-US" sz="2400" spc="-1" strike="noStrike">
              <a:latin typeface="Liberation Sans Narrow"/>
            </a:endParaRPr>
          </a:p>
          <a:p>
            <a:pPr lvl="2" marL="822960" indent="-182880">
              <a:lnSpc>
                <a:spcPct val="100000"/>
              </a:lnSpc>
              <a:spcBef>
                <a:spcPts val="439"/>
              </a:spcBef>
              <a:buClr>
                <a:srgbClr val="928b70"/>
              </a:buClr>
              <a:buFont typeface="Noto Sans Symbols"/>
              <a:buChar char="▪"/>
            </a:pPr>
            <a:r>
              <a:rPr b="0" lang="en-US" sz="2200" spc="-1" strike="noStrike">
                <a:solidFill>
                  <a:srgbClr val="534949"/>
                </a:solidFill>
                <a:latin typeface="Liberation Sans Narrow"/>
                <a:ea typeface="Liberation Sans Narrow"/>
              </a:rPr>
              <a:t>But be judicious!</a:t>
            </a:r>
            <a:endParaRPr b="0" lang="en-US" sz="2200" spc="-1" strike="noStrike">
              <a:latin typeface="Liberation Sans Narrow"/>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Five minute summary strategy</a:t>
            </a:r>
            <a:endParaRPr b="0" lang="en-US" sz="2800" spc="-1" strike="noStrike">
              <a:latin typeface="Liberation Sans Narrow"/>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Use effective reading strategies</a:t>
            </a:r>
            <a:endParaRPr b="0" lang="en-US" sz="2800" spc="-1" strike="noStrike">
              <a:latin typeface="Liberation Sans Narrow"/>
            </a:endParaRPr>
          </a:p>
          <a:p>
            <a:pPr lvl="1" marL="548640" indent="-182880">
              <a:lnSpc>
                <a:spcPct val="100000"/>
              </a:lnSpc>
              <a:spcBef>
                <a:spcPts val="519"/>
              </a:spcBef>
              <a:buClr>
                <a:srgbClr val="bf974d"/>
              </a:buClr>
              <a:buFont typeface="Noto Sans Symbols"/>
              <a:buChar char="▪"/>
            </a:pPr>
            <a:r>
              <a:rPr b="0" lang="en-US" sz="2600" spc="-1" strike="noStrike">
                <a:solidFill>
                  <a:srgbClr val="534949"/>
                </a:solidFill>
                <a:latin typeface="Liberation Sans Narrow"/>
                <a:ea typeface="Liberation Sans Narrow"/>
              </a:rPr>
              <a:t>PQRST</a:t>
            </a:r>
            <a:endParaRPr b="0" lang="en-US" sz="2600" spc="-1" strike="noStrike">
              <a:latin typeface="Liberation Sans Narrow"/>
            </a:endParaRPr>
          </a:p>
        </p:txBody>
      </p:sp>
      <p:sp>
        <p:nvSpPr>
          <p:cNvPr id="252" name="PlaceHolder 2"/>
          <p:cNvSpPr>
            <a:spLocks noGrp="1"/>
          </p:cNvSpPr>
          <p:nvPr>
            <p:ph type="title"/>
          </p:nvPr>
        </p:nvSpPr>
        <p:spPr>
          <a:xfrm>
            <a:off x="380880" y="355680"/>
            <a:ext cx="8380080" cy="1053360"/>
          </a:xfrm>
          <a:prstGeom prst="rect">
            <a:avLst/>
          </a:prstGeom>
          <a:noFill/>
          <a:ln w="0">
            <a:noFill/>
          </a:ln>
        </p:spPr>
        <p:txBody>
          <a:bodyPr lIns="90000" rIns="90000" tIns="45000" bIns="45000" anchor="ctr">
            <a:normAutofit/>
          </a:bodyPr>
          <a:p>
            <a:pPr algn="ctr">
              <a:lnSpc>
                <a:spcPct val="100000"/>
              </a:lnSpc>
              <a:buNone/>
              <a:tabLst>
                <a:tab algn="l" pos="0"/>
              </a:tabLst>
            </a:pPr>
            <a:r>
              <a:rPr b="0" lang="en-US" sz="3200" spc="-1" strike="noStrike">
                <a:solidFill>
                  <a:srgbClr val="ffffff"/>
                </a:solidFill>
                <a:latin typeface="Liberation Sans Narrow"/>
                <a:ea typeface="Liberation Sans Narrow"/>
              </a:rPr>
              <a:t>WHAT ELSE SHOULD I DO?</a:t>
            </a:r>
            <a:endParaRPr b="0" lang="en-US" sz="3200" spc="-1" strike="noStrike">
              <a:latin typeface="Liberation Sans Narrow"/>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3" name="PlaceHolder 1"/>
          <p:cNvSpPr>
            <a:spLocks noGrp="1"/>
          </p:cNvSpPr>
          <p:nvPr>
            <p:ph/>
          </p:nvPr>
        </p:nvSpPr>
        <p:spPr>
          <a:xfrm>
            <a:off x="7162920" y="2892240"/>
            <a:ext cx="1599120" cy="1644840"/>
          </a:xfrm>
          <a:prstGeom prst="rect">
            <a:avLst/>
          </a:prstGeom>
          <a:noFill/>
          <a:ln w="0">
            <a:noFill/>
          </a:ln>
        </p:spPr>
        <p:txBody>
          <a:bodyPr lIns="90000" rIns="90000" tIns="45000" bIns="45000" anchor="ctr">
            <a:normAutofit/>
          </a:bodyPr>
          <a:p>
            <a:endParaRPr b="0" lang="en-US" sz="3200" spc="-1" strike="noStrike">
              <a:latin typeface="Liberation Sans Narrow"/>
            </a:endParaRPr>
          </a:p>
        </p:txBody>
      </p:sp>
      <p:sp>
        <p:nvSpPr>
          <p:cNvPr id="254" name="PlaceHolder 2"/>
          <p:cNvSpPr>
            <a:spLocks noGrp="1"/>
          </p:cNvSpPr>
          <p:nvPr>
            <p:ph type="title"/>
          </p:nvPr>
        </p:nvSpPr>
        <p:spPr>
          <a:xfrm>
            <a:off x="380880" y="2892240"/>
            <a:ext cx="6323400" cy="1644840"/>
          </a:xfrm>
          <a:prstGeom prst="rect">
            <a:avLst/>
          </a:prstGeom>
          <a:noFill/>
          <a:ln w="0">
            <a:noFill/>
          </a:ln>
        </p:spPr>
        <p:txBody>
          <a:bodyPr lIns="90000" rIns="90000" tIns="45000" bIns="45000" anchor="ctr">
            <a:noAutofit/>
          </a:bodyPr>
          <a:p>
            <a:pPr algn="r">
              <a:lnSpc>
                <a:spcPct val="100000"/>
              </a:lnSpc>
              <a:buNone/>
              <a:tabLst>
                <a:tab algn="l" pos="0"/>
              </a:tabLst>
            </a:pPr>
            <a:r>
              <a:rPr b="0" lang="en-US" sz="4200" spc="-1" strike="noStrike">
                <a:solidFill>
                  <a:srgbClr val="ffffff"/>
                </a:solidFill>
                <a:latin typeface="Liberation Sans Narrow"/>
                <a:ea typeface="Liberation Sans Narrow"/>
              </a:rPr>
              <a:t>CONCLUSION</a:t>
            </a:r>
            <a:endParaRPr b="0" lang="en-US" sz="4200" spc="-1" strike="noStrike">
              <a:latin typeface="Liberation Sans Narrow"/>
            </a:endParaRPr>
          </a:p>
        </p:txBody>
      </p:sp>
      <p:pic>
        <p:nvPicPr>
          <p:cNvPr id="255" name="Google Shape;331;p28" descr="C:\Users\Liz\AppData\Local\Microsoft\Windows\Temporary Internet Files\Content.IE5\KNH3IKME\MC900439517[1].jpg"/>
          <p:cNvPicPr/>
          <p:nvPr/>
        </p:nvPicPr>
        <p:blipFill>
          <a:blip r:embed="rId1"/>
          <a:stretch/>
        </p:blipFill>
        <p:spPr>
          <a:xfrm>
            <a:off x="914400" y="533520"/>
            <a:ext cx="4266000" cy="2522520"/>
          </a:xfrm>
          <a:prstGeom prst="rect">
            <a:avLst/>
          </a:prstGeom>
          <a:ln w="0">
            <a:noFill/>
          </a:ln>
          <a:effectLst>
            <a:outerShdw algn="tl" blurRad="291960" dir="2700000" dist="138479" rotWithShape="0">
              <a:srgbClr val="333333">
                <a:alpha val="65000"/>
              </a:srgbClr>
            </a:outerShdw>
          </a:effectLst>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534949"/>
      </a:dk2>
      <a:lt2>
        <a:srgbClr val="ccd1b9"/>
      </a:lt2>
      <a:accent1>
        <a:srgbClr val="c66951"/>
      </a:accent1>
      <a:accent2>
        <a:srgbClr val="bf974d"/>
      </a:accent2>
      <a:accent3>
        <a:srgbClr val="928b70"/>
      </a:accent3>
      <a:accent4>
        <a:srgbClr val="87706b"/>
      </a:accent4>
      <a:accent5>
        <a:srgbClr val="94734e"/>
      </a:accent5>
      <a:accent6>
        <a:srgbClr val="6f777d"/>
      </a:accent6>
      <a:hlink>
        <a:srgbClr val="cc9900"/>
      </a:hlink>
      <a:folHlink>
        <a:srgbClr val="c0c0c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534949"/>
      </a:dk2>
      <a:lt2>
        <a:srgbClr val="ccd1b9"/>
      </a:lt2>
      <a:accent1>
        <a:srgbClr val="c66951"/>
      </a:accent1>
      <a:accent2>
        <a:srgbClr val="bf974d"/>
      </a:accent2>
      <a:accent3>
        <a:srgbClr val="928b70"/>
      </a:accent3>
      <a:accent4>
        <a:srgbClr val="87706b"/>
      </a:accent4>
      <a:accent5>
        <a:srgbClr val="94734e"/>
      </a:accent5>
      <a:accent6>
        <a:srgbClr val="6f777d"/>
      </a:accent6>
      <a:hlink>
        <a:srgbClr val="cc9900"/>
      </a:hlink>
      <a:folHlink>
        <a:srgbClr val="c0c0c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534949"/>
      </a:dk2>
      <a:lt2>
        <a:srgbClr val="ccd1b9"/>
      </a:lt2>
      <a:accent1>
        <a:srgbClr val="c66951"/>
      </a:accent1>
      <a:accent2>
        <a:srgbClr val="bf974d"/>
      </a:accent2>
      <a:accent3>
        <a:srgbClr val="928b70"/>
      </a:accent3>
      <a:accent4>
        <a:srgbClr val="87706b"/>
      </a:accent4>
      <a:accent5>
        <a:srgbClr val="94734e"/>
      </a:accent5>
      <a:accent6>
        <a:srgbClr val="6f777d"/>
      </a:accent6>
      <a:hlink>
        <a:srgbClr val="cc9900"/>
      </a:hlink>
      <a:folHlink>
        <a:srgbClr val="c0c0c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534949"/>
      </a:dk2>
      <a:lt2>
        <a:srgbClr val="ccd1b9"/>
      </a:lt2>
      <a:accent1>
        <a:srgbClr val="c66951"/>
      </a:accent1>
      <a:accent2>
        <a:srgbClr val="bf974d"/>
      </a:accent2>
      <a:accent3>
        <a:srgbClr val="928b70"/>
      </a:accent3>
      <a:accent4>
        <a:srgbClr val="87706b"/>
      </a:accent4>
      <a:accent5>
        <a:srgbClr val="94734e"/>
      </a:accent5>
      <a:accent6>
        <a:srgbClr val="6f777d"/>
      </a:accent6>
      <a:hlink>
        <a:srgbClr val="cc9900"/>
      </a:hlink>
      <a:folHlink>
        <a:srgbClr val="c0c0c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534949"/>
      </a:dk2>
      <a:lt2>
        <a:srgbClr val="ccd1b9"/>
      </a:lt2>
      <a:accent1>
        <a:srgbClr val="c66951"/>
      </a:accent1>
      <a:accent2>
        <a:srgbClr val="bf974d"/>
      </a:accent2>
      <a:accent3>
        <a:srgbClr val="928b70"/>
      </a:accent3>
      <a:accent4>
        <a:srgbClr val="87706b"/>
      </a:accent4>
      <a:accent5>
        <a:srgbClr val="94734e"/>
      </a:accent5>
      <a:accent6>
        <a:srgbClr val="6f777d"/>
      </a:accent6>
      <a:hlink>
        <a:srgbClr val="cc9900"/>
      </a:hlink>
      <a:folHlink>
        <a:srgbClr val="c0c0c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LibreOffice/7.3.7.2$Linux_X86_64 LibreOffice_project/30$Build-2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2012-07-02T15:45:39Z</dcterms:created>
  <dc:creator>Liz</dc:creator>
  <dc:description/>
  <dc:language>en-HK</dc:language>
  <cp:lastModifiedBy/>
  <dcterms:modified xsi:type="dcterms:W3CDTF">2024-02-07T16:58:25Z</dcterms:modified>
  <cp:revision>2</cp:revision>
  <dc:subject/>
  <dc:title/>
</cp:coreProperties>
</file>

<file path=docProps/custom.xml><?xml version="1.0" encoding="utf-8"?>
<Properties xmlns="http://schemas.openxmlformats.org/officeDocument/2006/custom-properties" xmlns:vt="http://schemas.openxmlformats.org/officeDocument/2006/docPropsVTypes"/>
</file>