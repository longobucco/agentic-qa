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0D2691-2FF1-4A60-97A1-D78CC28605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E46550-3097-462C-A324-96C2994686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C7D999-41C0-4D4E-9036-0CF381E873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B3B814-3604-44AE-9CE2-5F3A0743CA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3D2A35-F329-4A3F-BA99-291A332735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7839D0-5E67-46F4-B22A-217980109A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224486-8D9F-42D2-8D78-7192DFDF13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536975-03A8-4DF2-838A-9BE471D749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359015-8EFB-4664-8854-A461AE6275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DE081F-A994-4496-B404-1696989EE1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99859C-1469-4CC8-A63B-85B9E4E6E2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CE1D63-157B-473B-A06F-0195C82DAE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CE3211-2426-4917-9403-38C7DA62DED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Marketing Strategies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Search Engine Optimization (SEO)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Social Media Marketing (SMM)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Email Marketing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Content Marketing</a:t>
            </a: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Pay-Per-Click Advertising (PPC)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280600" y="1156320"/>
            <a:ext cx="356760" cy="35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2026-09-08T00:21:19Z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