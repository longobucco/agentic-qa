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1096C4-4ED7-447E-8D63-08CB00C590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89EEB5-1944-46E8-9E4C-7EB3AF576B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264241-DC27-4905-A5A9-54BE23393E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765C6B-1455-43C7-A74E-87CEDBCC67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6305BA-F034-4144-A714-2605BC6444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D6E376-74BD-4FC5-982E-50FF2D1977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371CEC-AA33-41A9-8067-3D3D6AC7D9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21954D-97D4-401F-8C4D-32B5205211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C574EB-95CB-48D5-994D-6188CCE57B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FBFC8D-FE9B-4083-9077-0182EB3AB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AB814B-73A7-4E29-9107-624CBD9BB1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A6739C-6B5A-4EE2-800D-CA70D54607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11AA37-2352-4285-B3F5-85B6BB92193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Marketing Strategies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Search Engine Optimization (SEO)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Social Media Marketing (SMM)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Email Marketing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Content Marketing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Pay-Per-Click Advertising (PPC)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280600" y="1156320"/>
            <a:ext cx="356760" cy="3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2026-09-08T00:24:10Z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