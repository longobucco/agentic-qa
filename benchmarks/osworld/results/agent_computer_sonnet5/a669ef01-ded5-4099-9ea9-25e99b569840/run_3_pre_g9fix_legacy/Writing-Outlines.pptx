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5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1.xml.rels" ContentType="application/vnd.openxmlformats-package.relationships+xml"/>
  <Override PartName="/ppt/slideMasters/_rels/slideMaster3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notesSlides/_rels/notesSlide9.xml.rels" ContentType="application/vnd.openxmlformats-package.relationships+xml"/>
  <Override PartName="/ppt/notesSlides/_rels/notesSlide8.xml.rels" ContentType="application/vnd.openxmlformats-package.relationships+xml"/>
  <Override PartName="/ppt/notesSlides/_rels/notesSlide5.xml.rels" ContentType="application/vnd.openxmlformats-package.relationships+xml"/>
  <Override PartName="/ppt/notesSlides/_rels/notesSlide10.xml.rels" ContentType="application/vnd.openxmlformats-package.relationships+xml"/>
  <Override PartName="/ppt/notesSlides/_rels/notesSlide3.xml.rels" ContentType="application/vnd.openxmlformats-package.relationships+xml"/>
  <Override PartName="/ppt/notesSlides/_rels/notesSlide4.xml.rels" ContentType="application/vnd.openxmlformats-package.relationships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_rels/presentation.xml.rels" ContentType="application/vnd.openxmlformats-package.relationships+xml"/>
  <Override PartName="/ppt/slideLayouts/_rels/slideLayout52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30.xml.rels" ContentType="application/vnd.openxmlformats-package.relationships+xml"/>
  <Override PartName="/ppt/slideLayouts/_rels/slideLayout38.xml.rels" ContentType="application/vnd.openxmlformats-package.relationships+xml"/>
  <Override PartName="/ppt/slideLayouts/_rels/slideLayout45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31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32.xml.rels" ContentType="application/vnd.openxmlformats-package.relationships+xml"/>
  <Override PartName="/ppt/slideLayouts/_rels/slideLayout25.xml.rels" ContentType="application/vnd.openxmlformats-package.relationships+xml"/>
  <Override PartName="/ppt/slideLayouts/_rels/slideLayout26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36.xml.rels" ContentType="application/vnd.openxmlformats-package.relationships+xml"/>
  <Override PartName="/ppt/slideLayouts/_rels/slideLayout43.xml.rels" ContentType="application/vnd.openxmlformats-package.relationships+xml"/>
  <Override PartName="/ppt/slideLayouts/_rels/slideLayout27.xml.rels" ContentType="application/vnd.openxmlformats-package.relationships+xml"/>
  <Override PartName="/ppt/slideLayouts/_rels/slideLayout41.xml.rels" ContentType="application/vnd.openxmlformats-package.relationships+xml"/>
  <Override PartName="/ppt/slideLayouts/_rels/slideLayout49.xml.rels" ContentType="application/vnd.openxmlformats-package.relationships+xml"/>
  <Override PartName="/ppt/slideLayouts/_rels/slideLayout34.xml.rels" ContentType="application/vnd.openxmlformats-package.relationships+xml"/>
  <Override PartName="/ppt/slideLayouts/_rels/slideLayout50.xml.rels" ContentType="application/vnd.openxmlformats-package.relationships+xml"/>
  <Override PartName="/ppt/slideLayouts/_rels/slideLayout47.xml.rels" ContentType="application/vnd.openxmlformats-package.relationships+xml"/>
  <Override PartName="/ppt/slideLayouts/_rels/slideLayout54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29.xml.rels" ContentType="application/vnd.openxmlformats-package.relationships+xml"/>
  <Override PartName="/ppt/slideLayouts/_rels/slideLayout33.xml.rels" ContentType="application/vnd.openxmlformats-package.relationships+xml"/>
  <Override PartName="/ppt/slideLayouts/_rels/slideLayout48.xml.rels" ContentType="application/vnd.openxmlformats-package.relationships+xml"/>
  <Override PartName="/ppt/slideLayouts/_rels/slideLayout39.xml.rels" ContentType="application/vnd.openxmlformats-package.relationships+xml"/>
  <Override PartName="/ppt/slideLayouts/_rels/slideLayout40.xml.rels" ContentType="application/vnd.openxmlformats-package.relationships+xml"/>
  <Override PartName="/ppt/slideLayouts/_rels/slideLayout55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22.xml.rels" ContentType="application/vnd.openxmlformats-package.relationships+xml"/>
  <Override PartName="/ppt/slideLayouts/_rels/slideLayout28.xml.rels" ContentType="application/vnd.openxmlformats-package.relationships+xml"/>
  <Override PartName="/ppt/slideLayouts/_rels/slideLayout37.xml.rels" ContentType="application/vnd.openxmlformats-package.relationships+xml"/>
  <Override PartName="/ppt/slideLayouts/_rels/slideLayout4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59.xml.rels" ContentType="application/vnd.openxmlformats-package.relationships+xml"/>
  <Override PartName="/ppt/slideLayouts/_rels/slideLayout56.xml.rels" ContentType="application/vnd.openxmlformats-package.relationships+xml"/>
  <Override PartName="/ppt/slideLayouts/_rels/slideLayout60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57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20.xml.rels" ContentType="application/vnd.openxmlformats-package.relationships+xml"/>
  <Override PartName="/ppt/slideLayouts/_rels/slideLayout35.xml.rels" ContentType="application/vnd.openxmlformats-package.relationships+xml"/>
  <Override PartName="/ppt/slideLayouts/_rels/slideLayout42.xml.rels" ContentType="application/vnd.openxmlformats-package.relationships+xml"/>
  <Override PartName="/ppt/slideLayouts/_rels/slideLayout51.xml.rels" ContentType="application/vnd.openxmlformats-package.relationships+xml"/>
  <Override PartName="/ppt/slideLayouts/_rels/slideLayout58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46.xml.rels" ContentType="application/vnd.openxmlformats-package.relationships+xml"/>
  <Override PartName="/ppt/slideLayouts/_rels/slideLayout53.xml.rels" ContentType="application/vnd.openxmlformats-package.relationships+xml"/>
  <Override PartName="/ppt/slideLayouts/slideLayout56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media/image1.png" ContentType="image/png"/>
  <Override PartName="/ppt/media/image2.png" ContentType="image/png"/>
  <Override PartName="/ppt/media/image3.png" ContentType="image/png"/>
  <Override PartName="/ppt/media/image4.png" ContentType="image/png"/>
  <Override PartName="/ppt/media/image5.png" ContentType="image/png"/>
  <Override PartName="/ppt/media/image10.png" ContentType="image/png"/>
  <Override PartName="/ppt/media/image6.png" ContentType="image/png"/>
  <Override PartName="/ppt/media/image11.png" ContentType="image/png"/>
  <Override PartName="/ppt/media/image7.png" ContentType="image/png"/>
  <Override PartName="/ppt/media/image8.png" ContentType="image/png"/>
  <Override PartName="/ppt/media/image9.png" ContentType="image/png"/>
  <Override PartName="/ppt/presProps.xml" ContentType="application/vnd.openxmlformats-officedocument.presentationml.presPro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_rels/slide9.xml.rels" ContentType="application/vnd.openxmlformats-package.relationships+xml"/>
  <Override PartName="/ppt/slides/_rels/slide10.xml.rels" ContentType="application/vnd.openxmlformats-package.relationships+xml"/>
  <Override PartName="/ppt/slides/_rels/slide8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3.xml.rels" ContentType="application/vnd.openxmlformats-package.relationships+xml"/>
  <Override PartName="/ppt/slides/_rels/slide5.xml.rels" ContentType="application/vnd.openxmlformats-package.relationships+xml"/>
  <Override PartName="/ppt/slides/_rels/slide2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  <p:sldMasterId id="2147483674" r:id="rId4"/>
    <p:sldMasterId id="2147483687" r:id="rId5"/>
    <p:sldMasterId id="2147483700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9144000" cy="51435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6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en-HK" sz="4400" spc="-1" strike="noStrike">
                <a:latin typeface="Arial"/>
              </a:rPr>
              <a:t>Click to move the slide</a:t>
            </a:r>
            <a:endParaRPr b="0" lang="en-HK" sz="4400" spc="-1" strike="noStrike">
              <a:latin typeface="Arial"/>
            </a:endParaRPr>
          </a:p>
        </p:txBody>
      </p:sp>
      <p:sp>
        <p:nvSpPr>
          <p:cNvPr id="219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HK" sz="2000" spc="-1" strike="noStrike">
                <a:latin typeface="Arial"/>
              </a:rPr>
              <a:t>Click to edit the notes format</a:t>
            </a:r>
            <a:endParaRPr b="0" lang="en-HK" sz="2000" spc="-1" strike="noStrike">
              <a:latin typeface="Arial"/>
            </a:endParaRPr>
          </a:p>
        </p:txBody>
      </p:sp>
      <p:sp>
        <p:nvSpPr>
          <p:cNvPr id="220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HK" sz="1400" spc="-1" strike="noStrike">
                <a:latin typeface="Times New Roman"/>
              </a:rPr>
              <a:t>&lt;header&gt;</a:t>
            </a:r>
            <a:endParaRPr b="0" lang="en-HK" sz="1400" spc="-1" strike="noStrike">
              <a:latin typeface="Times New Roman"/>
            </a:endParaRPr>
          </a:p>
        </p:txBody>
      </p:sp>
      <p:sp>
        <p:nvSpPr>
          <p:cNvPr id="221" name="PlaceHolder 4"/>
          <p:cNvSpPr>
            <a:spLocks noGrp="1"/>
          </p:cNvSpPr>
          <p:nvPr>
            <p:ph type="dt" idx="10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algn="r">
              <a:buNone/>
              <a:defRPr b="0" lang="en-HK" sz="1400" spc="-1" strike="noStrike">
                <a:latin typeface="Times New Roman"/>
              </a:defRPr>
            </a:lvl1pPr>
          </a:lstStyle>
          <a:p>
            <a:pPr algn="r">
              <a:buNone/>
            </a:pPr>
            <a:r>
              <a:rPr b="0" lang="en-HK" sz="1400" spc="-1" strike="noStrike">
                <a:latin typeface="Times New Roman"/>
              </a:rPr>
              <a:t>&lt;date/time&gt;</a:t>
            </a:r>
            <a:endParaRPr b="0" lang="en-HK" sz="1400" spc="-1" strike="noStrike">
              <a:latin typeface="Times New Roman"/>
            </a:endParaRPr>
          </a:p>
        </p:txBody>
      </p:sp>
      <p:sp>
        <p:nvSpPr>
          <p:cNvPr id="222" name="PlaceHolder 5"/>
          <p:cNvSpPr>
            <a:spLocks noGrp="1"/>
          </p:cNvSpPr>
          <p:nvPr>
            <p:ph type="ftr" idx="11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>
              <a:defRPr b="0" lang="en-HK" sz="1400" spc="-1" strike="noStrike">
                <a:latin typeface="Times New Roman"/>
              </a:defRPr>
            </a:lvl1pPr>
          </a:lstStyle>
          <a:p>
            <a:r>
              <a:rPr b="0" lang="en-HK" sz="1400" spc="-1" strike="noStrike">
                <a:latin typeface="Times New Roman"/>
              </a:rPr>
              <a:t>&lt;footer&gt;</a:t>
            </a:r>
            <a:endParaRPr b="0" lang="en-HK" sz="1400" spc="-1" strike="noStrike">
              <a:latin typeface="Times New Roman"/>
            </a:endParaRPr>
          </a:p>
        </p:txBody>
      </p:sp>
      <p:sp>
        <p:nvSpPr>
          <p:cNvPr id="223" name="PlaceHolder 6"/>
          <p:cNvSpPr>
            <a:spLocks noGrp="1"/>
          </p:cNvSpPr>
          <p:nvPr>
            <p:ph type="sldNum" idx="12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buNone/>
              <a:defRPr b="0" lang="en-HK" sz="1400" spc="-1" strike="noStrike">
                <a:latin typeface="Times New Roman"/>
              </a:defRPr>
            </a:lvl1pPr>
          </a:lstStyle>
          <a:p>
            <a:pPr algn="r">
              <a:buNone/>
            </a:pPr>
            <a:fld id="{A435FD00-C94D-43AF-ADF6-48D70C4DE4AC}" type="slidenum">
              <a:rPr b="0" lang="en-HK" sz="1400" spc="-1" strike="noStrike">
                <a:latin typeface="Times New Roman"/>
              </a:rPr>
              <a:t>&lt;number&gt;</a:t>
            </a:fld>
            <a:endParaRPr b="0" lang="en-HK" sz="1400" spc="-1" strike="noStrike"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PlaceHolder 1"/>
          <p:cNvSpPr>
            <a:spLocks noGrp="1"/>
          </p:cNvSpPr>
          <p:nvPr>
            <p:ph type="sldImg"/>
          </p:nvPr>
        </p:nvSpPr>
        <p:spPr>
          <a:xfrm>
            <a:off x="380880" y="685800"/>
            <a:ext cx="6093720" cy="3426840"/>
          </a:xfrm>
          <a:prstGeom prst="rect">
            <a:avLst/>
          </a:prstGeom>
          <a:ln w="0">
            <a:noFill/>
          </a:ln>
        </p:spPr>
      </p:sp>
      <p:sp>
        <p:nvSpPr>
          <p:cNvPr id="294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4240" cy="411264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t">
            <a:noAutofit/>
          </a:bodyPr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100" spc="-1" strike="noStrike">
                <a:latin typeface="Arial"/>
                <a:ea typeface="Arial"/>
              </a:rPr>
              <a:t>Easy to have students make their own: draw one larger circle in the middle, then lines to connecting ideas</a:t>
            </a:r>
            <a:endParaRPr b="0" lang="en-HK" sz="11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100" spc="-1" strike="noStrike">
                <a:latin typeface="Arial"/>
                <a:ea typeface="Arial"/>
              </a:rPr>
              <a:t>Participants can do this as we go through the presentation; main idea = graphic organizers, related concepts are the various types of graphic organizers</a:t>
            </a:r>
            <a:endParaRPr b="0" lang="en-HK" sz="1100" spc="-1" strike="noStrike">
              <a:latin typeface="Arial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PlaceHolder 1"/>
          <p:cNvSpPr>
            <a:spLocks noGrp="1"/>
          </p:cNvSpPr>
          <p:nvPr>
            <p:ph type="sldImg"/>
          </p:nvPr>
        </p:nvSpPr>
        <p:spPr>
          <a:xfrm>
            <a:off x="381240" y="685800"/>
            <a:ext cx="6093720" cy="3426840"/>
          </a:xfrm>
          <a:prstGeom prst="rect">
            <a:avLst/>
          </a:prstGeom>
          <a:ln w="0">
            <a:noFill/>
          </a:ln>
        </p:spPr>
      </p:sp>
      <p:sp>
        <p:nvSpPr>
          <p:cNvPr id="296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4240" cy="411264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t">
            <a:noAutofit/>
          </a:bodyPr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100" spc="-1" strike="noStrike">
                <a:latin typeface="Arial"/>
                <a:ea typeface="Arial"/>
              </a:rPr>
              <a:t>Tip to focus information, try to  develop your topic sentences for each paragraph as a part of the outline instead of just a bulleted word/topic. </a:t>
            </a:r>
            <a:endParaRPr b="0" lang="en-HK" sz="1100" spc="-1" strike="noStrike">
              <a:latin typeface="Arial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PlaceHolder 1"/>
          <p:cNvSpPr>
            <a:spLocks noGrp="1"/>
          </p:cNvSpPr>
          <p:nvPr>
            <p:ph type="sldImg"/>
          </p:nvPr>
        </p:nvSpPr>
        <p:spPr>
          <a:xfrm>
            <a:off x="381240" y="685800"/>
            <a:ext cx="6093720" cy="3426840"/>
          </a:xfrm>
          <a:prstGeom prst="rect">
            <a:avLst/>
          </a:prstGeom>
          <a:ln w="0">
            <a:noFill/>
          </a:ln>
        </p:spPr>
      </p:sp>
      <p:sp>
        <p:nvSpPr>
          <p:cNvPr id="298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4240" cy="411264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t">
            <a:noAutofit/>
          </a:bodyPr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100" spc="-1" strike="noStrike">
                <a:latin typeface="Arial"/>
                <a:ea typeface="Arial"/>
              </a:rPr>
              <a:t>*Exact content depends on the journal you’ve selected, i.e. OS vs discipline-specific</a:t>
            </a:r>
            <a:endParaRPr b="0" lang="en-HK" sz="1100" spc="-1" strike="noStrike">
              <a:latin typeface="Arial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PlaceHolder 1"/>
          <p:cNvSpPr>
            <a:spLocks noGrp="1"/>
          </p:cNvSpPr>
          <p:nvPr>
            <p:ph type="sldImg"/>
          </p:nvPr>
        </p:nvSpPr>
        <p:spPr>
          <a:xfrm>
            <a:off x="381240" y="685800"/>
            <a:ext cx="6093720" cy="3426840"/>
          </a:xfrm>
          <a:prstGeom prst="rect">
            <a:avLst/>
          </a:prstGeom>
          <a:ln w="0">
            <a:noFill/>
          </a:ln>
        </p:spPr>
      </p:sp>
      <p:sp>
        <p:nvSpPr>
          <p:cNvPr id="300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4240" cy="411264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t">
            <a:noAutofit/>
          </a:bodyPr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100" spc="-1" strike="noStrike">
                <a:latin typeface="Arial"/>
                <a:ea typeface="Arial"/>
              </a:rPr>
              <a:t>Participants add the sequence information to their concept map graphic organizer</a:t>
            </a:r>
            <a:endParaRPr b="0" lang="en-HK" sz="11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100" spc="-1" strike="noStrike">
                <a:latin typeface="Arial"/>
                <a:ea typeface="Arial"/>
              </a:rPr>
              <a:t>One example: pictures for lower levels, area to write for higher levels</a:t>
            </a:r>
            <a:endParaRPr b="0" lang="en-HK" sz="11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endParaRPr b="0" lang="en-HK" sz="1100" spc="-1" strike="noStrike">
              <a:latin typeface="Arial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PlaceHolder 1"/>
          <p:cNvSpPr>
            <a:spLocks noGrp="1"/>
          </p:cNvSpPr>
          <p:nvPr>
            <p:ph type="sldImg"/>
          </p:nvPr>
        </p:nvSpPr>
        <p:spPr>
          <a:xfrm>
            <a:off x="381240" y="685800"/>
            <a:ext cx="6093720" cy="3426840"/>
          </a:xfrm>
          <a:prstGeom prst="rect">
            <a:avLst/>
          </a:prstGeom>
          <a:ln w="0">
            <a:noFill/>
          </a:ln>
        </p:spPr>
      </p:sp>
      <p:sp>
        <p:nvSpPr>
          <p:cNvPr id="302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4240" cy="411264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t">
            <a:noAutofit/>
          </a:bodyPr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100" spc="-1" strike="noStrike">
                <a:latin typeface="Arial"/>
                <a:ea typeface="Arial"/>
              </a:rPr>
              <a:t>Participants add story map information to graphic organizer</a:t>
            </a:r>
            <a:endParaRPr b="0" lang="en-HK" sz="11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100" spc="-1" strike="noStrike">
                <a:latin typeface="Arial"/>
                <a:ea typeface="Arial"/>
              </a:rPr>
              <a:t>Discuss various parts of the story: character, setting, plot, conflict, resolution, falling action/end</a:t>
            </a:r>
            <a:endParaRPr b="0" lang="en-HK" sz="11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100" spc="-1" strike="noStrike">
                <a:latin typeface="Arial"/>
                <a:ea typeface="Arial"/>
              </a:rPr>
              <a:t>Pictures or words can be used by students</a:t>
            </a:r>
            <a:endParaRPr b="0" lang="en-HK" sz="1100" spc="-1" strike="noStrike">
              <a:latin typeface="Arial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PlaceHolder 1"/>
          <p:cNvSpPr>
            <a:spLocks noGrp="1"/>
          </p:cNvSpPr>
          <p:nvPr>
            <p:ph type="sldImg"/>
          </p:nvPr>
        </p:nvSpPr>
        <p:spPr>
          <a:xfrm>
            <a:off x="381240" y="685800"/>
            <a:ext cx="6093720" cy="3426840"/>
          </a:xfrm>
          <a:prstGeom prst="rect">
            <a:avLst/>
          </a:prstGeom>
          <a:ln w="0">
            <a:noFill/>
          </a:ln>
        </p:spPr>
      </p:sp>
      <p:sp>
        <p:nvSpPr>
          <p:cNvPr id="304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4240" cy="411264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t">
            <a:noAutofit/>
          </a:bodyPr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100" spc="-1" strike="noStrike">
                <a:latin typeface="Arial"/>
                <a:ea typeface="Arial"/>
              </a:rPr>
              <a:t>Participants add this information to their concept map graphic organizer</a:t>
            </a:r>
            <a:endParaRPr b="0" lang="en-HK" sz="1100" spc="-1" strike="noStrike">
              <a:latin typeface="Arial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3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3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44CF30A6-FB07-4DBC-84B1-9A090B76154E}" type="slidenum">
              <a:t>&lt;#&gt;</a:t>
            </a:fld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subTitle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DD9DB037-F642-4561-B8A9-D7479ECD0C57}" type="slidenum">
              <a:t>&lt;#&gt;</a:t>
            </a:fld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63117777-887D-4F4C-AD81-C2AE694672EA}" type="slidenum">
              <a:t>&lt;#&gt;</a:t>
            </a:fld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14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15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113FAECC-3EE8-48D5-B294-2259540B2F0F}" type="slidenum">
              <a:t>&lt;#&gt;</a:t>
            </a:fld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FF0D0B5F-8513-45E0-AE88-F804BB83AFA4}" type="slidenum">
              <a:t>&lt;#&gt;</a:t>
            </a:fld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subTitle"/>
          </p:nvPr>
        </p:nvSpPr>
        <p:spPr>
          <a:xfrm>
            <a:off x="457200" y="205200"/>
            <a:ext cx="8229240" cy="3981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6C9BB7CF-3D72-4FDD-8567-3695DBEEA6FD}" type="slidenum">
              <a:t>&lt;#&gt;</a:t>
            </a:fld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5C86C8F6-1BF2-403C-87B0-9E1EE8628EA0}" type="slidenum">
              <a:t>&lt;#&gt;</a:t>
            </a:fld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FC966DC4-944D-44C4-9E05-82225D8B6B83}" type="slidenum">
              <a:t>&lt;#&gt;</a:t>
            </a:fld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87880918-5ACB-49F4-9E31-E16BD139789C}" type="slidenum">
              <a:t>&lt;#&gt;</a:t>
            </a:fld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31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32" name="PlaceHolder 3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CC7C7044-8C1C-4F7D-A5A1-98468541126C}" type="slidenum">
              <a:t>&lt;#&gt;</a:t>
            </a:fld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34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35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36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37" name="PlaceHolder 5"/>
          <p:cNvSpPr>
            <a:spLocks noGrp="1"/>
          </p:cNvSpPr>
          <p:nvPr>
            <p:ph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D9FF6474-6DD8-4C91-B8EA-2B3EE327CAA9}" type="slidenum">
              <a:t>&lt;#&gt;</a:t>
            </a:fld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39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40" name="PlaceHolder 3"/>
          <p:cNvSpPr>
            <a:spLocks noGrp="1"/>
          </p:cNvSpPr>
          <p:nvPr>
            <p:ph/>
          </p:nvPr>
        </p:nvSpPr>
        <p:spPr>
          <a:xfrm>
            <a:off x="323964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41" name="PlaceHolder 4"/>
          <p:cNvSpPr>
            <a:spLocks noGrp="1"/>
          </p:cNvSpPr>
          <p:nvPr>
            <p:ph/>
          </p:nvPr>
        </p:nvSpPr>
        <p:spPr>
          <a:xfrm>
            <a:off x="602208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42" name="PlaceHolder 5"/>
          <p:cNvSpPr>
            <a:spLocks noGrp="1"/>
          </p:cNvSpPr>
          <p:nvPr>
            <p:ph/>
          </p:nvPr>
        </p:nvSpPr>
        <p:spPr>
          <a:xfrm>
            <a:off x="45720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43" name="PlaceHolder 6"/>
          <p:cNvSpPr>
            <a:spLocks noGrp="1"/>
          </p:cNvSpPr>
          <p:nvPr>
            <p:ph/>
          </p:nvPr>
        </p:nvSpPr>
        <p:spPr>
          <a:xfrm>
            <a:off x="323964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44" name="PlaceHolder 7"/>
          <p:cNvSpPr>
            <a:spLocks noGrp="1"/>
          </p:cNvSpPr>
          <p:nvPr>
            <p:ph/>
          </p:nvPr>
        </p:nvSpPr>
        <p:spPr>
          <a:xfrm>
            <a:off x="602208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2B6C2A9E-25AE-4E58-9DAA-2DCE4D51B9F3}" type="slidenum">
              <a:t>&lt;#&gt;</a:t>
            </a:fld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C0893844-F420-4AF1-94D0-53D73BCBF537}" type="slidenum">
              <a:t>&lt;#&gt;</a:t>
            </a:fld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 type="subTitle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3960498F-11DC-4804-8575-196D86C310A5}" type="slidenum">
              <a:t>&lt;#&gt;</a:t>
            </a:fld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53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1530905A-0DB5-4673-A8D9-9560A97A5FA5}" type="slidenum">
              <a:t>&lt;#&gt;</a:t>
            </a:fld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55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56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1F67DBD9-4C68-4722-AD89-5B6502DD684A}" type="slidenum">
              <a:t>&lt;#&gt;</a:t>
            </a:fld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0697E33F-A6AF-4D53-B543-CD89B56E02E8}" type="slidenum">
              <a:t>&lt;#&gt;</a:t>
            </a:fld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subTitle"/>
          </p:nvPr>
        </p:nvSpPr>
        <p:spPr>
          <a:xfrm>
            <a:off x="457200" y="205200"/>
            <a:ext cx="8229240" cy="3981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4CEC82D7-C9E2-40BC-96A4-1C04D896E763}" type="slidenum">
              <a:t>&lt;#&gt;</a:t>
            </a:fld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60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61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62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A515A172-3EA7-4C07-945E-6CC38A3241DB}" type="slidenum">
              <a:t>&lt;#&gt;</a:t>
            </a:fld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64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65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66" name="PlaceHolder 4"/>
          <p:cNvSpPr>
            <a:spLocks noGrp="1"/>
          </p:cNvSpPr>
          <p:nvPr>
            <p:ph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D28F2D49-FD92-4B21-9DE3-A05481B1D704}" type="slidenum">
              <a:t>&lt;#&gt;</a:t>
            </a:fld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7501D255-005E-49A3-947C-206D734B649C}" type="slidenum">
              <a:t>&lt;#&gt;</a:t>
            </a:fld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6CDCCDF2-D2DD-44AF-BD5E-6AC98AC57DFD}" type="slidenum">
              <a:t>&lt;#&gt;</a:t>
            </a:fld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75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76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77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78" name="PlaceHolder 5"/>
          <p:cNvSpPr>
            <a:spLocks noGrp="1"/>
          </p:cNvSpPr>
          <p:nvPr>
            <p:ph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DF566A50-5891-4B56-B806-DAD40EAF0BDD}" type="slidenum">
              <a:t>&lt;#&gt;</a:t>
            </a:fld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323964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82" name="PlaceHolder 4"/>
          <p:cNvSpPr>
            <a:spLocks noGrp="1"/>
          </p:cNvSpPr>
          <p:nvPr>
            <p:ph/>
          </p:nvPr>
        </p:nvSpPr>
        <p:spPr>
          <a:xfrm>
            <a:off x="602208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83" name="PlaceHolder 5"/>
          <p:cNvSpPr>
            <a:spLocks noGrp="1"/>
          </p:cNvSpPr>
          <p:nvPr>
            <p:ph/>
          </p:nvPr>
        </p:nvSpPr>
        <p:spPr>
          <a:xfrm>
            <a:off x="45720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84" name="PlaceHolder 6"/>
          <p:cNvSpPr>
            <a:spLocks noGrp="1"/>
          </p:cNvSpPr>
          <p:nvPr>
            <p:ph/>
          </p:nvPr>
        </p:nvSpPr>
        <p:spPr>
          <a:xfrm>
            <a:off x="323964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85" name="PlaceHolder 7"/>
          <p:cNvSpPr>
            <a:spLocks noGrp="1"/>
          </p:cNvSpPr>
          <p:nvPr>
            <p:ph/>
          </p:nvPr>
        </p:nvSpPr>
        <p:spPr>
          <a:xfrm>
            <a:off x="602208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15D6CAAE-2CB6-470A-BB6D-A025DAE345EA}" type="slidenum">
              <a:t>&lt;#&gt;</a:t>
            </a:fld>
          </a:p>
        </p:txBody>
      </p:sp>
    </p:spTree>
  </p:cSld>
</p:sldLayout>
</file>

<file path=ppt/slideLayouts/slideLayout2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4"/>
          </p:nvPr>
        </p:nvSpPr>
        <p:spPr/>
        <p:txBody>
          <a:bodyPr/>
          <a:p>
            <a:fld id="{D557D868-2EEE-4461-9CC9-AF53C919DADC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5"/>
          </p:nvPr>
        </p:nvSpPr>
        <p:spPr/>
        <p:txBody>
          <a:bodyPr/>
          <a:p>
            <a:r>
              <a:rPr lang="en-HK"/>
              <a:t/>
            </a:r>
          </a:p>
        </p:txBody>
      </p:sp>
    </p:spTree>
  </p:cSld>
</p:sldLayout>
</file>

<file path=ppt/slideLayouts/slideLayout2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94" name="PlaceHolder 2"/>
          <p:cNvSpPr>
            <a:spLocks noGrp="1"/>
          </p:cNvSpPr>
          <p:nvPr>
            <p:ph type="subTitle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4"/>
          </p:nvPr>
        </p:nvSpPr>
        <p:spPr/>
        <p:txBody>
          <a:bodyPr/>
          <a:p>
            <a:fld id="{F604C3DF-B525-4161-B396-D01DE32D5752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5"/>
          </p:nvPr>
        </p:nvSpPr>
        <p:spPr/>
        <p:txBody>
          <a:bodyPr/>
          <a:p>
            <a:r>
              <a:rPr lang="en-HK"/>
              <a:t/>
            </a:r>
          </a:p>
        </p:txBody>
      </p:sp>
    </p:spTree>
  </p:cSld>
</p:sldLayout>
</file>

<file path=ppt/slideLayouts/slideLayout2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96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4"/>
          </p:nvPr>
        </p:nvSpPr>
        <p:spPr/>
        <p:txBody>
          <a:bodyPr/>
          <a:p>
            <a:fld id="{96AEB0B1-4922-4738-9555-E6B03E59EEE9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5"/>
          </p:nvPr>
        </p:nvSpPr>
        <p:spPr/>
        <p:txBody>
          <a:bodyPr/>
          <a:p>
            <a:r>
              <a:rPr lang="en-HK"/>
              <a:t/>
            </a:r>
          </a:p>
        </p:txBody>
      </p:sp>
    </p:spTree>
  </p:cSld>
</p:sldLayout>
</file>

<file path=ppt/slideLayouts/slideLayout2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98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99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4"/>
          </p:nvPr>
        </p:nvSpPr>
        <p:spPr/>
        <p:txBody>
          <a:bodyPr/>
          <a:p>
            <a:fld id="{BD688D63-4D65-4F8E-AB99-0C2E02CAFC20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5"/>
          </p:nvPr>
        </p:nvSpPr>
        <p:spPr/>
        <p:txBody>
          <a:bodyPr/>
          <a:p>
            <a:r>
              <a:rPr lang="en-HK"/>
              <a:t/>
            </a:r>
          </a:p>
        </p:txBody>
      </p:sp>
    </p:spTree>
  </p:cSld>
</p:sldLayout>
</file>

<file path=ppt/slideLayouts/slideLayout2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4"/>
          </p:nvPr>
        </p:nvSpPr>
        <p:spPr/>
        <p:txBody>
          <a:bodyPr/>
          <a:p>
            <a:fld id="{6AB10676-7855-4D18-8FF3-A96AA02A9EFB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5"/>
          </p:nvPr>
        </p:nvSpPr>
        <p:spPr/>
        <p:txBody>
          <a:bodyPr/>
          <a:p>
            <a:r>
              <a:rPr lang="en-HK"/>
              <a:t/>
            </a:r>
          </a:p>
        </p:txBody>
      </p:sp>
    </p:spTree>
  </p:cSld>
</p:sldLayout>
</file>

<file path=ppt/slideLayouts/slideLayout3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PlaceHolder 1"/>
          <p:cNvSpPr>
            <a:spLocks noGrp="1"/>
          </p:cNvSpPr>
          <p:nvPr>
            <p:ph type="subTitle"/>
          </p:nvPr>
        </p:nvSpPr>
        <p:spPr>
          <a:xfrm>
            <a:off x="457200" y="205200"/>
            <a:ext cx="8229240" cy="3981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4"/>
          </p:nvPr>
        </p:nvSpPr>
        <p:spPr/>
        <p:txBody>
          <a:bodyPr/>
          <a:p>
            <a:fld id="{26E525FF-E48E-48CC-B439-A64D233F23C3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5"/>
          </p:nvPr>
        </p:nvSpPr>
        <p:spPr/>
        <p:txBody>
          <a:bodyPr/>
          <a:p>
            <a:r>
              <a:rPr lang="en-HK"/>
              <a:t/>
            </a:r>
          </a:p>
        </p:txBody>
      </p:sp>
    </p:spTree>
  </p:cSld>
</p:sldLayout>
</file>

<file path=ppt/slideLayouts/slideLayout3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103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104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105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4"/>
          </p:nvPr>
        </p:nvSpPr>
        <p:spPr/>
        <p:txBody>
          <a:bodyPr/>
          <a:p>
            <a:fld id="{3AD0CD50-5339-4467-BA69-E6A1E57E38D5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5"/>
          </p:nvPr>
        </p:nvSpPr>
        <p:spPr/>
        <p:txBody>
          <a:bodyPr/>
          <a:p>
            <a:r>
              <a:rPr lang="en-HK"/>
              <a:t/>
            </a:r>
          </a:p>
        </p:txBody>
      </p:sp>
    </p:spTree>
  </p:cSld>
</p:sldLayout>
</file>

<file path=ppt/slideLayouts/slideLayout3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107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108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109" name="PlaceHolder 4"/>
          <p:cNvSpPr>
            <a:spLocks noGrp="1"/>
          </p:cNvSpPr>
          <p:nvPr>
            <p:ph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4"/>
          </p:nvPr>
        </p:nvSpPr>
        <p:spPr/>
        <p:txBody>
          <a:bodyPr/>
          <a:p>
            <a:fld id="{EAB3A09D-FE2E-4DC3-96CC-56A3A1AB08D7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5"/>
          </p:nvPr>
        </p:nvSpPr>
        <p:spPr/>
        <p:txBody>
          <a:bodyPr/>
          <a:p>
            <a:r>
              <a:rPr lang="en-HK"/>
              <a:t/>
            </a:r>
          </a:p>
        </p:txBody>
      </p:sp>
    </p:spTree>
  </p:cSld>
</p:sldLayout>
</file>

<file path=ppt/slideLayouts/slideLayout3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111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112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113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4"/>
          </p:nvPr>
        </p:nvSpPr>
        <p:spPr/>
        <p:txBody>
          <a:bodyPr/>
          <a:p>
            <a:fld id="{2658218E-00A6-4876-A43E-CE4935979F75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5"/>
          </p:nvPr>
        </p:nvSpPr>
        <p:spPr/>
        <p:txBody>
          <a:bodyPr/>
          <a:p>
            <a:r>
              <a:rPr lang="en-HK"/>
              <a:t/>
            </a:r>
          </a:p>
        </p:txBody>
      </p:sp>
    </p:spTree>
  </p:cSld>
</p:sldLayout>
</file>

<file path=ppt/slideLayouts/slideLayout3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115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116" name="PlaceHolder 3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4"/>
          </p:nvPr>
        </p:nvSpPr>
        <p:spPr/>
        <p:txBody>
          <a:bodyPr/>
          <a:p>
            <a:fld id="{B63D30B9-90F0-4E97-BD37-6975DD088838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5"/>
          </p:nvPr>
        </p:nvSpPr>
        <p:spPr/>
        <p:txBody>
          <a:bodyPr/>
          <a:p>
            <a:r>
              <a:rPr lang="en-HK"/>
              <a:t/>
            </a:r>
          </a:p>
        </p:txBody>
      </p:sp>
    </p:spTree>
  </p:cSld>
</p:sldLayout>
</file>

<file path=ppt/slideLayouts/slideLayout3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118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119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120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121" name="PlaceHolder 5"/>
          <p:cNvSpPr>
            <a:spLocks noGrp="1"/>
          </p:cNvSpPr>
          <p:nvPr>
            <p:ph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4"/>
          </p:nvPr>
        </p:nvSpPr>
        <p:spPr/>
        <p:txBody>
          <a:bodyPr/>
          <a:p>
            <a:fld id="{3BAF7D90-FDB4-456B-9AB1-C1CCF7A0892E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5"/>
          </p:nvPr>
        </p:nvSpPr>
        <p:spPr/>
        <p:txBody>
          <a:bodyPr/>
          <a:p>
            <a:r>
              <a:rPr lang="en-HK"/>
              <a:t/>
            </a:r>
          </a:p>
        </p:txBody>
      </p:sp>
    </p:spTree>
  </p:cSld>
</p:sldLayout>
</file>

<file path=ppt/slideLayouts/slideLayout3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123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124" name="PlaceHolder 3"/>
          <p:cNvSpPr>
            <a:spLocks noGrp="1"/>
          </p:cNvSpPr>
          <p:nvPr>
            <p:ph/>
          </p:nvPr>
        </p:nvSpPr>
        <p:spPr>
          <a:xfrm>
            <a:off x="323964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125" name="PlaceHolder 4"/>
          <p:cNvSpPr>
            <a:spLocks noGrp="1"/>
          </p:cNvSpPr>
          <p:nvPr>
            <p:ph/>
          </p:nvPr>
        </p:nvSpPr>
        <p:spPr>
          <a:xfrm>
            <a:off x="602208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126" name="PlaceHolder 5"/>
          <p:cNvSpPr>
            <a:spLocks noGrp="1"/>
          </p:cNvSpPr>
          <p:nvPr>
            <p:ph/>
          </p:nvPr>
        </p:nvSpPr>
        <p:spPr>
          <a:xfrm>
            <a:off x="45720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127" name="PlaceHolder 6"/>
          <p:cNvSpPr>
            <a:spLocks noGrp="1"/>
          </p:cNvSpPr>
          <p:nvPr>
            <p:ph/>
          </p:nvPr>
        </p:nvSpPr>
        <p:spPr>
          <a:xfrm>
            <a:off x="323964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128" name="PlaceHolder 7"/>
          <p:cNvSpPr>
            <a:spLocks noGrp="1"/>
          </p:cNvSpPr>
          <p:nvPr>
            <p:ph/>
          </p:nvPr>
        </p:nvSpPr>
        <p:spPr>
          <a:xfrm>
            <a:off x="602208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4"/>
          </p:nvPr>
        </p:nvSpPr>
        <p:spPr/>
        <p:txBody>
          <a:bodyPr/>
          <a:p>
            <a:fld id="{1D9EA866-C16E-4840-97B9-C5A20C87189A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5"/>
          </p:nvPr>
        </p:nvSpPr>
        <p:spPr/>
        <p:txBody>
          <a:bodyPr/>
          <a:p>
            <a:r>
              <a:rPr lang="en-HK"/>
              <a:t/>
            </a:r>
          </a:p>
        </p:txBody>
      </p:sp>
    </p:spTree>
  </p:cSld>
</p:sldLayout>
</file>

<file path=ppt/slideLayouts/slideLayout3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BFCB013C-E9F5-4A7D-A0E7-52665702DE2B}" type="slidenum">
              <a:t>&lt;#&gt;</a:t>
            </a:fld>
          </a:p>
        </p:txBody>
      </p:sp>
    </p:spTree>
  </p:cSld>
</p:sldLayout>
</file>

<file path=ppt/slideLayouts/slideLayout3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139" name="PlaceHolder 2"/>
          <p:cNvSpPr>
            <a:spLocks noGrp="1"/>
          </p:cNvSpPr>
          <p:nvPr>
            <p:ph type="subTitle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D671083A-6028-4C7B-96B3-103B6E616A6D}" type="slidenum">
              <a:t>&lt;#&gt;</a:t>
            </a:fld>
          </a:p>
        </p:txBody>
      </p:sp>
    </p:spTree>
  </p:cSld>
</p:sldLayout>
</file>

<file path=ppt/slideLayouts/slideLayout3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141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EFABEAA5-69F9-44E4-B84C-8322F16DC357}" type="slidenum">
              <a:t>&lt;#&gt;</a:t>
            </a:fld>
          </a:p>
        </p:txBody>
      </p:sp>
    </p:spTree>
  </p:cSld>
</p:sldLayout>
</file>

<file path=ppt/slideLayouts/slideLayout4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143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144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140EF8C6-F7BF-4D04-8DC5-D84927716586}" type="slidenum">
              <a:t>&lt;#&gt;</a:t>
            </a:fld>
          </a:p>
        </p:txBody>
      </p:sp>
    </p:spTree>
  </p:cSld>
</p:sldLayout>
</file>

<file path=ppt/slideLayouts/slideLayout4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9B6E73C3-8EB6-4824-9389-6073FE35BC4D}" type="slidenum">
              <a:t>&lt;#&gt;</a:t>
            </a:fld>
          </a:p>
        </p:txBody>
      </p:sp>
    </p:spTree>
  </p:cSld>
</p:sldLayout>
</file>

<file path=ppt/slideLayouts/slideLayout4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PlaceHolder 1"/>
          <p:cNvSpPr>
            <a:spLocks noGrp="1"/>
          </p:cNvSpPr>
          <p:nvPr>
            <p:ph type="subTitle"/>
          </p:nvPr>
        </p:nvSpPr>
        <p:spPr>
          <a:xfrm>
            <a:off x="457200" y="205200"/>
            <a:ext cx="8229240" cy="3981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A6C666B4-1FBA-4812-B67D-36A93094C113}" type="slidenum">
              <a:t>&lt;#&gt;</a:t>
            </a:fld>
          </a:p>
        </p:txBody>
      </p:sp>
    </p:spTree>
  </p:cSld>
</p:sldLayout>
</file>

<file path=ppt/slideLayouts/slideLayout4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148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149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150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C413F827-C2DB-4C9B-8257-D8732AAB8502}" type="slidenum">
              <a:t>&lt;#&gt;</a:t>
            </a:fld>
          </a:p>
        </p:txBody>
      </p:sp>
    </p:spTree>
  </p:cSld>
</p:sldLayout>
</file>

<file path=ppt/slideLayouts/slideLayout4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152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153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154" name="PlaceHolder 4"/>
          <p:cNvSpPr>
            <a:spLocks noGrp="1"/>
          </p:cNvSpPr>
          <p:nvPr>
            <p:ph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2859BBEB-EE5A-46D0-BA62-F76C4900642E}" type="slidenum">
              <a:t>&lt;#&gt;</a:t>
            </a:fld>
          </a:p>
        </p:txBody>
      </p:sp>
    </p:spTree>
  </p:cSld>
</p:sldLayout>
</file>

<file path=ppt/slideLayouts/slideLayout4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156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157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158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B6F839F3-FCDC-45F5-8C55-B337CDE53F84}" type="slidenum">
              <a:t>&lt;#&gt;</a:t>
            </a:fld>
          </a:p>
        </p:txBody>
      </p:sp>
    </p:spTree>
  </p:cSld>
</p:sldLayout>
</file>

<file path=ppt/slideLayouts/slideLayout4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160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161" name="PlaceHolder 3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4A70399F-13EC-487D-BF73-20B2405D59DA}" type="slidenum">
              <a:t>&lt;#&gt;</a:t>
            </a:fld>
          </a:p>
        </p:txBody>
      </p:sp>
    </p:spTree>
  </p:cSld>
</p:sldLayout>
</file>

<file path=ppt/slideLayouts/slideLayout4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163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164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165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166" name="PlaceHolder 5"/>
          <p:cNvSpPr>
            <a:spLocks noGrp="1"/>
          </p:cNvSpPr>
          <p:nvPr>
            <p:ph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0F2C6DD0-A567-4977-A247-3AB248CCE49E}" type="slidenum">
              <a:t>&lt;#&gt;</a:t>
            </a:fld>
          </a:p>
        </p:txBody>
      </p:sp>
    </p:spTree>
  </p:cSld>
</p:sldLayout>
</file>

<file path=ppt/slideLayouts/slideLayout4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168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169" name="PlaceHolder 3"/>
          <p:cNvSpPr>
            <a:spLocks noGrp="1"/>
          </p:cNvSpPr>
          <p:nvPr>
            <p:ph/>
          </p:nvPr>
        </p:nvSpPr>
        <p:spPr>
          <a:xfrm>
            <a:off x="323964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170" name="PlaceHolder 4"/>
          <p:cNvSpPr>
            <a:spLocks noGrp="1"/>
          </p:cNvSpPr>
          <p:nvPr>
            <p:ph/>
          </p:nvPr>
        </p:nvSpPr>
        <p:spPr>
          <a:xfrm>
            <a:off x="602208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171" name="PlaceHolder 5"/>
          <p:cNvSpPr>
            <a:spLocks noGrp="1"/>
          </p:cNvSpPr>
          <p:nvPr>
            <p:ph/>
          </p:nvPr>
        </p:nvSpPr>
        <p:spPr>
          <a:xfrm>
            <a:off x="45720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172" name="PlaceHolder 6"/>
          <p:cNvSpPr>
            <a:spLocks noGrp="1"/>
          </p:cNvSpPr>
          <p:nvPr>
            <p:ph/>
          </p:nvPr>
        </p:nvSpPr>
        <p:spPr>
          <a:xfrm>
            <a:off x="323964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173" name="PlaceHolder 7"/>
          <p:cNvSpPr>
            <a:spLocks noGrp="1"/>
          </p:cNvSpPr>
          <p:nvPr>
            <p:ph/>
          </p:nvPr>
        </p:nvSpPr>
        <p:spPr>
          <a:xfrm>
            <a:off x="602208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17C8F8C0-DAD4-403A-9667-592E32F23AEB}" type="slidenum">
              <a:t>&lt;#&gt;</a:t>
            </a:fld>
          </a:p>
        </p:txBody>
      </p:sp>
    </p:spTree>
  </p:cSld>
</p:sldLayout>
</file>

<file path=ppt/slideLayouts/slideLayout4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BD90173A-694D-4248-B497-BC62747CC64D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9"/>
          </p:nvPr>
        </p:nvSpPr>
        <p:spPr/>
        <p:txBody>
          <a:bodyPr/>
          <a:p>
            <a:r>
              <a:rPr lang="en-HK"/>
              <a:t/>
            </a:r>
          </a:p>
        </p:txBody>
      </p:sp>
    </p:spTree>
  </p:cSld>
</p:sldLayout>
</file>

<file path=ppt/slideLayouts/slideLayout5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183" name="PlaceHolder 2"/>
          <p:cNvSpPr>
            <a:spLocks noGrp="1"/>
          </p:cNvSpPr>
          <p:nvPr>
            <p:ph type="subTitle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362A7D29-231F-4DCF-A474-B211F54E66AF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9"/>
          </p:nvPr>
        </p:nvSpPr>
        <p:spPr/>
        <p:txBody>
          <a:bodyPr/>
          <a:p>
            <a:r>
              <a:rPr lang="en-HK"/>
              <a:t/>
            </a:r>
          </a:p>
        </p:txBody>
      </p:sp>
    </p:spTree>
  </p:cSld>
</p:sldLayout>
</file>

<file path=ppt/slideLayouts/slideLayout5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185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AA1DEF14-09F7-4309-A1E4-82FE2D26F38B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9"/>
          </p:nvPr>
        </p:nvSpPr>
        <p:spPr/>
        <p:txBody>
          <a:bodyPr/>
          <a:p>
            <a:r>
              <a:rPr lang="en-HK"/>
              <a:t/>
            </a:r>
          </a:p>
        </p:txBody>
      </p:sp>
    </p:spTree>
  </p:cSld>
</p:sldLayout>
</file>

<file path=ppt/slideLayouts/slideLayout5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187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188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172DFD61-82A6-4EC3-B182-6F89E78C3639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9"/>
          </p:nvPr>
        </p:nvSpPr>
        <p:spPr/>
        <p:txBody>
          <a:bodyPr/>
          <a:p>
            <a:r>
              <a:rPr lang="en-HK"/>
              <a:t/>
            </a:r>
          </a:p>
        </p:txBody>
      </p:sp>
    </p:spTree>
  </p:cSld>
</p:sldLayout>
</file>

<file path=ppt/slideLayouts/slideLayout5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A235059D-A639-412F-A202-C5D30ECB72EE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9"/>
          </p:nvPr>
        </p:nvSpPr>
        <p:spPr/>
        <p:txBody>
          <a:bodyPr/>
          <a:p>
            <a:r>
              <a:rPr lang="en-HK"/>
              <a:t/>
            </a:r>
          </a:p>
        </p:txBody>
      </p:sp>
    </p:spTree>
  </p:cSld>
</p:sldLayout>
</file>

<file path=ppt/slideLayouts/slideLayout5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PlaceHolder 1"/>
          <p:cNvSpPr>
            <a:spLocks noGrp="1"/>
          </p:cNvSpPr>
          <p:nvPr>
            <p:ph type="subTitle"/>
          </p:nvPr>
        </p:nvSpPr>
        <p:spPr>
          <a:xfrm>
            <a:off x="457200" y="205200"/>
            <a:ext cx="8229240" cy="3981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92F97631-6635-4AFB-BD3B-D546765C1752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9"/>
          </p:nvPr>
        </p:nvSpPr>
        <p:spPr/>
        <p:txBody>
          <a:bodyPr/>
          <a:p>
            <a:r>
              <a:rPr lang="en-HK"/>
              <a:t/>
            </a:r>
          </a:p>
        </p:txBody>
      </p:sp>
    </p:spTree>
  </p:cSld>
</p:sldLayout>
</file>

<file path=ppt/slideLayouts/slideLayout5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192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193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194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400EC092-5FCB-4526-8407-005C0150148C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9"/>
          </p:nvPr>
        </p:nvSpPr>
        <p:spPr/>
        <p:txBody>
          <a:bodyPr/>
          <a:p>
            <a:r>
              <a:rPr lang="en-HK"/>
              <a:t/>
            </a:r>
          </a:p>
        </p:txBody>
      </p:sp>
    </p:spTree>
  </p:cSld>
</p:sldLayout>
</file>

<file path=ppt/slideLayouts/slideLayout5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196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197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198" name="PlaceHolder 4"/>
          <p:cNvSpPr>
            <a:spLocks noGrp="1"/>
          </p:cNvSpPr>
          <p:nvPr>
            <p:ph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6B1AEFED-7938-4F4B-A2B3-8FABD380B18C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9"/>
          </p:nvPr>
        </p:nvSpPr>
        <p:spPr/>
        <p:txBody>
          <a:bodyPr/>
          <a:p>
            <a:r>
              <a:rPr lang="en-HK"/>
              <a:t/>
            </a:r>
          </a:p>
        </p:txBody>
      </p:sp>
    </p:spTree>
  </p:cSld>
</p:sldLayout>
</file>

<file path=ppt/slideLayouts/slideLayout5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200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201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202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9A6E8B27-F317-4643-80FA-93A981630489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9"/>
          </p:nvPr>
        </p:nvSpPr>
        <p:spPr/>
        <p:txBody>
          <a:bodyPr/>
          <a:p>
            <a:r>
              <a:rPr lang="en-HK"/>
              <a:t/>
            </a:r>
          </a:p>
        </p:txBody>
      </p:sp>
    </p:spTree>
  </p:cSld>
</p:sldLayout>
</file>

<file path=ppt/slideLayouts/slideLayout5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204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205" name="PlaceHolder 3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D76CA674-6F03-4BE2-878B-E9C130D8AE9F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9"/>
          </p:nvPr>
        </p:nvSpPr>
        <p:spPr/>
        <p:txBody>
          <a:bodyPr/>
          <a:p>
            <a:r>
              <a:rPr lang="en-HK"/>
              <a:t/>
            </a:r>
          </a:p>
        </p:txBody>
      </p:sp>
    </p:spTree>
  </p:cSld>
</p:sldLayout>
</file>

<file path=ppt/slideLayouts/slideLayout5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207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208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209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210" name="PlaceHolder 5"/>
          <p:cNvSpPr>
            <a:spLocks noGrp="1"/>
          </p:cNvSpPr>
          <p:nvPr>
            <p:ph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6E01C0D7-9DE8-4F09-A4D7-5A5DA33200C5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9"/>
          </p:nvPr>
        </p:nvSpPr>
        <p:spPr/>
        <p:txBody>
          <a:bodyPr/>
          <a:p>
            <a:r>
              <a:rPr lang="en-HK"/>
              <a:t/>
            </a:r>
          </a:p>
        </p:txBody>
      </p:sp>
    </p:spTree>
  </p:cSld>
</p:sldLayout>
</file>

<file path=ppt/slideLayouts/slideLayout6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212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213" name="PlaceHolder 3"/>
          <p:cNvSpPr>
            <a:spLocks noGrp="1"/>
          </p:cNvSpPr>
          <p:nvPr>
            <p:ph/>
          </p:nvPr>
        </p:nvSpPr>
        <p:spPr>
          <a:xfrm>
            <a:off x="323964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214" name="PlaceHolder 4"/>
          <p:cNvSpPr>
            <a:spLocks noGrp="1"/>
          </p:cNvSpPr>
          <p:nvPr>
            <p:ph/>
          </p:nvPr>
        </p:nvSpPr>
        <p:spPr>
          <a:xfrm>
            <a:off x="602208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215" name="PlaceHolder 5"/>
          <p:cNvSpPr>
            <a:spLocks noGrp="1"/>
          </p:cNvSpPr>
          <p:nvPr>
            <p:ph/>
          </p:nvPr>
        </p:nvSpPr>
        <p:spPr>
          <a:xfrm>
            <a:off x="45720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216" name="PlaceHolder 6"/>
          <p:cNvSpPr>
            <a:spLocks noGrp="1"/>
          </p:cNvSpPr>
          <p:nvPr>
            <p:ph/>
          </p:nvPr>
        </p:nvSpPr>
        <p:spPr>
          <a:xfrm>
            <a:off x="323964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217" name="PlaceHolder 7"/>
          <p:cNvSpPr>
            <a:spLocks noGrp="1"/>
          </p:cNvSpPr>
          <p:nvPr>
            <p:ph/>
          </p:nvPr>
        </p:nvSpPr>
        <p:spPr>
          <a:xfrm>
            <a:off x="602208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3DC18C72-6A5D-405B-95E9-CDDAC3F13D8A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9"/>
          </p:nvPr>
        </p:nvSpPr>
        <p:spPr/>
        <p:txBody>
          <a:bodyPr/>
          <a:p>
            <a:r>
              <a:rPr lang="en-HK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slideLayout" Target="../slideLayouts/slideLayout25.xml"/><Relationship Id="rId5" Type="http://schemas.openxmlformats.org/officeDocument/2006/relationships/slideLayout" Target="../slideLayouts/slideLayout26.xml"/><Relationship Id="rId6" Type="http://schemas.openxmlformats.org/officeDocument/2006/relationships/slideLayout" Target="../slideLayouts/slideLayout27.xml"/><Relationship Id="rId7" Type="http://schemas.openxmlformats.org/officeDocument/2006/relationships/slideLayout" Target="../slideLayouts/slideLayout28.xml"/><Relationship Id="rId8" Type="http://schemas.openxmlformats.org/officeDocument/2006/relationships/slideLayout" Target="../slideLayouts/slideLayout29.xml"/><Relationship Id="rId9" Type="http://schemas.openxmlformats.org/officeDocument/2006/relationships/slideLayout" Target="../slideLayouts/slideLayout30.xml"/><Relationship Id="rId10" Type="http://schemas.openxmlformats.org/officeDocument/2006/relationships/slideLayout" Target="../slideLayouts/slideLayout31.xml"/><Relationship Id="rId11" Type="http://schemas.openxmlformats.org/officeDocument/2006/relationships/slideLayout" Target="../slideLayouts/slideLayout32.xml"/><Relationship Id="rId12" Type="http://schemas.openxmlformats.org/officeDocument/2006/relationships/slideLayout" Target="../slideLayouts/slideLayout33.xml"/><Relationship Id="rId13" Type="http://schemas.openxmlformats.org/officeDocument/2006/relationships/slideLayout" Target="../slideLayouts/slideLayout34.xml"/><Relationship Id="rId14" Type="http://schemas.openxmlformats.org/officeDocument/2006/relationships/slideLayout" Target="../slideLayouts/slideLayout35.xml"/><Relationship Id="rId15" Type="http://schemas.openxmlformats.org/officeDocument/2006/relationships/slideLayout" Target="../slideLayouts/slideLayout36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37.xml"/><Relationship Id="rId3" Type="http://schemas.openxmlformats.org/officeDocument/2006/relationships/slideLayout" Target="../slideLayouts/slideLayout38.xml"/><Relationship Id="rId4" Type="http://schemas.openxmlformats.org/officeDocument/2006/relationships/slideLayout" Target="../slideLayouts/slideLayout39.xml"/><Relationship Id="rId5" Type="http://schemas.openxmlformats.org/officeDocument/2006/relationships/slideLayout" Target="../slideLayouts/slideLayout40.xml"/><Relationship Id="rId6" Type="http://schemas.openxmlformats.org/officeDocument/2006/relationships/slideLayout" Target="../slideLayouts/slideLayout41.xml"/><Relationship Id="rId7" Type="http://schemas.openxmlformats.org/officeDocument/2006/relationships/slideLayout" Target="../slideLayouts/slideLayout42.xml"/><Relationship Id="rId8" Type="http://schemas.openxmlformats.org/officeDocument/2006/relationships/slideLayout" Target="../slideLayouts/slideLayout43.xml"/><Relationship Id="rId9" Type="http://schemas.openxmlformats.org/officeDocument/2006/relationships/slideLayout" Target="../slideLayouts/slideLayout44.xml"/><Relationship Id="rId10" Type="http://schemas.openxmlformats.org/officeDocument/2006/relationships/slideLayout" Target="../slideLayouts/slideLayout45.xml"/><Relationship Id="rId11" Type="http://schemas.openxmlformats.org/officeDocument/2006/relationships/slideLayout" Target="../slideLayouts/slideLayout46.xml"/><Relationship Id="rId12" Type="http://schemas.openxmlformats.org/officeDocument/2006/relationships/slideLayout" Target="../slideLayouts/slideLayout47.xml"/><Relationship Id="rId13" Type="http://schemas.openxmlformats.org/officeDocument/2006/relationships/slideLayout" Target="../slideLayouts/slideLayout48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slideLayout" Target="../slideLayouts/slideLayout49.xml"/><Relationship Id="rId5" Type="http://schemas.openxmlformats.org/officeDocument/2006/relationships/slideLayout" Target="../slideLayouts/slideLayout50.xml"/><Relationship Id="rId6" Type="http://schemas.openxmlformats.org/officeDocument/2006/relationships/slideLayout" Target="../slideLayouts/slideLayout51.xml"/><Relationship Id="rId7" Type="http://schemas.openxmlformats.org/officeDocument/2006/relationships/slideLayout" Target="../slideLayouts/slideLayout52.xml"/><Relationship Id="rId8" Type="http://schemas.openxmlformats.org/officeDocument/2006/relationships/slideLayout" Target="../slideLayouts/slideLayout53.xml"/><Relationship Id="rId9" Type="http://schemas.openxmlformats.org/officeDocument/2006/relationships/slideLayout" Target="../slideLayouts/slideLayout54.xml"/><Relationship Id="rId10" Type="http://schemas.openxmlformats.org/officeDocument/2006/relationships/slideLayout" Target="../slideLayouts/slideLayout55.xml"/><Relationship Id="rId11" Type="http://schemas.openxmlformats.org/officeDocument/2006/relationships/slideLayout" Target="../slideLayouts/slideLayout56.xml"/><Relationship Id="rId12" Type="http://schemas.openxmlformats.org/officeDocument/2006/relationships/slideLayout" Target="../slideLayouts/slideLayout57.xml"/><Relationship Id="rId13" Type="http://schemas.openxmlformats.org/officeDocument/2006/relationships/slideLayout" Target="../slideLayouts/slideLayout58.xml"/><Relationship Id="rId14" Type="http://schemas.openxmlformats.org/officeDocument/2006/relationships/slideLayout" Target="../slideLayouts/slideLayout59.xml"/><Relationship Id="rId15" Type="http://schemas.openxmlformats.org/officeDocument/2006/relationships/slideLayout" Target="../slideLayouts/slideLayout60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2a399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0" name="Google Shape;10;p11"/>
          <p:cNvGrpSpPr/>
          <p:nvPr/>
        </p:nvGrpSpPr>
        <p:grpSpPr>
          <a:xfrm>
            <a:off x="6100560" y="0"/>
            <a:ext cx="3043440" cy="2030400"/>
            <a:chOff x="6100560" y="0"/>
            <a:chExt cx="3043440" cy="2030400"/>
          </a:xfrm>
        </p:grpSpPr>
        <p:sp>
          <p:nvSpPr>
            <p:cNvPr id="1" name="Google Shape;11;p11"/>
            <p:cNvSpPr/>
            <p:nvPr/>
          </p:nvSpPr>
          <p:spPr>
            <a:xfrm>
              <a:off x="8128800" y="0"/>
              <a:ext cx="1013040" cy="1013040"/>
            </a:xfrm>
            <a:prstGeom prst="rect">
              <a:avLst/>
            </a:pr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" name="Google Shape;12;p11"/>
            <p:cNvSpPr/>
            <p:nvPr/>
          </p:nvSpPr>
          <p:spPr>
            <a:xfrm flipH="1">
              <a:off x="7111440" y="0"/>
              <a:ext cx="1013040" cy="1013040"/>
            </a:xfrm>
            <a:prstGeom prst="rtTriangl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" name="Google Shape;13;p11"/>
            <p:cNvSpPr/>
            <p:nvPr/>
          </p:nvSpPr>
          <p:spPr>
            <a:xfrm flipH="1" rot="10800000">
              <a:off x="7113600" y="2160"/>
              <a:ext cx="1013040" cy="1013040"/>
            </a:xfrm>
            <a:prstGeom prst="rtTriangle">
              <a:avLst/>
            </a:prstGeom>
            <a:solidFill>
              <a:schemeClr val="accent6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4" name="Google Shape;14;p11"/>
            <p:cNvSpPr/>
            <p:nvPr/>
          </p:nvSpPr>
          <p:spPr>
            <a:xfrm rot="10800000">
              <a:off x="6100560" y="2160"/>
              <a:ext cx="1013040" cy="1013040"/>
            </a:xfrm>
            <a:prstGeom prst="rtTriangle">
              <a:avLst/>
            </a:pr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5" name="Google Shape;15;p11"/>
            <p:cNvSpPr/>
            <p:nvPr/>
          </p:nvSpPr>
          <p:spPr>
            <a:xfrm rot="10800000">
              <a:off x="8130960" y="1017360"/>
              <a:ext cx="1013040" cy="1013040"/>
            </a:xfrm>
            <a:prstGeom prst="rtTriangle">
              <a:avLst/>
            </a:prstGeom>
            <a:solidFill>
              <a:schemeClr val="accent6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sp>
        <p:nvSpPr>
          <p:cNvPr id="6" name="PlaceHolder 1"/>
          <p:cNvSpPr>
            <a:spLocks noGrp="1"/>
          </p:cNvSpPr>
          <p:nvPr>
            <p:ph type="sldNum" idx="1"/>
          </p:nvPr>
        </p:nvSpPr>
        <p:spPr>
          <a:xfrm>
            <a:off x="8460360" y="4651200"/>
            <a:ext cx="546480" cy="391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algn="r">
              <a:lnSpc>
                <a:spcPct val="100000"/>
              </a:lnSpc>
              <a:buNone/>
              <a:tabLst>
                <a:tab algn="l" pos="0"/>
              </a:tabLst>
              <a:defRPr b="0" lang="en" sz="1000" spc="-1" strike="noStrike">
                <a:solidFill>
                  <a:srgbClr val="ffffff"/>
                </a:solidFill>
                <a:latin typeface="Roboto"/>
                <a:ea typeface="Roboto"/>
              </a:defRPr>
            </a:lvl1pPr>
          </a:lstStyle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fld id="{BE81A5A3-BEEE-4CEF-A8FF-4FBDBA3C7446}" type="slidenum">
              <a:rPr b="0" lang="en" sz="1000" spc="-1" strike="noStrike">
                <a:solidFill>
                  <a:srgbClr val="ffffff"/>
                </a:solidFill>
                <a:latin typeface="Roboto"/>
                <a:ea typeface="Roboto"/>
              </a:rPr>
              <a:t>&lt;number&gt;</a:t>
            </a:fld>
            <a:endParaRPr b="0" lang="en-HK" sz="1000" spc="-1" strike="noStrike">
              <a:latin typeface="Times New Roman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en-HK" sz="4400" spc="-1" strike="noStrike">
                <a:latin typeface="Arial"/>
              </a:rPr>
              <a:t>Click to edit the title text format</a:t>
            </a:r>
            <a:endParaRPr b="0" lang="en-HK" sz="4400" spc="-1" strike="noStrike">
              <a:latin typeface="Arial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HK" sz="3200" spc="-1" strike="noStrike">
                <a:latin typeface="Arial"/>
              </a:rPr>
              <a:t>Click to edit the outline text format</a:t>
            </a:r>
            <a:endParaRPr b="0" lang="en-HK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HK" sz="2800" spc="-1" strike="noStrike">
                <a:latin typeface="Arial"/>
              </a:rPr>
              <a:t>Second Outline Level</a:t>
            </a:r>
            <a:endParaRPr b="0" lang="en-HK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HK" sz="2400" spc="-1" strike="noStrike">
                <a:latin typeface="Arial"/>
              </a:rPr>
              <a:t>Third Outline Level</a:t>
            </a:r>
            <a:endParaRPr b="0" lang="en-HK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HK" sz="2000" spc="-1" strike="noStrike">
                <a:latin typeface="Arial"/>
              </a:rPr>
              <a:t>Fourth Outline Level</a:t>
            </a:r>
            <a:endParaRPr b="0" lang="en-HK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HK" sz="2000" spc="-1" strike="noStrike">
                <a:latin typeface="Arial"/>
              </a:rPr>
              <a:t>Fifth Outline Level</a:t>
            </a:r>
            <a:endParaRPr b="0" lang="en-HK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HK" sz="2000" spc="-1" strike="noStrike">
                <a:latin typeface="Arial"/>
              </a:rPr>
              <a:t>Sixth Outline Level</a:t>
            </a:r>
            <a:endParaRPr b="0" lang="en-HK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HK" sz="2000" spc="-1" strike="noStrike">
                <a:latin typeface="Arial"/>
              </a:rPr>
              <a:t>Seventh Outline Level</a:t>
            </a:r>
            <a:endParaRPr b="0" lang="en-HK" sz="20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80;p13"/>
          <p:cNvSpPr/>
          <p:nvPr/>
        </p:nvSpPr>
        <p:spPr>
          <a:xfrm>
            <a:off x="4572000" y="0"/>
            <a:ext cx="4569840" cy="5141520"/>
          </a:xfrm>
          <a:prstGeom prst="rect">
            <a:avLst/>
          </a:prstGeom>
          <a:solidFill>
            <a:schemeClr val="dk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6" name="Google Shape;81;p13"/>
          <p:cNvSpPr/>
          <p:nvPr/>
        </p:nvSpPr>
        <p:spPr>
          <a:xfrm>
            <a:off x="5029560" y="4495680"/>
            <a:ext cx="466200" cy="36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1905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sldNum" idx="2"/>
          </p:nvPr>
        </p:nvSpPr>
        <p:spPr>
          <a:xfrm>
            <a:off x="8460360" y="4651200"/>
            <a:ext cx="546480" cy="391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algn="r">
              <a:lnSpc>
                <a:spcPct val="100000"/>
              </a:lnSpc>
              <a:buNone/>
              <a:tabLst>
                <a:tab algn="l" pos="0"/>
              </a:tabLst>
              <a:defRPr b="0" lang="en" sz="1000" spc="-1" strike="noStrike">
                <a:solidFill>
                  <a:srgbClr val="ffffff"/>
                </a:solidFill>
                <a:latin typeface="Roboto"/>
                <a:ea typeface="Roboto"/>
              </a:defRPr>
            </a:lvl1pPr>
          </a:lstStyle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fld id="{BCD40742-8379-42CB-A1B5-12EB4489ADE8}" type="slidenum">
              <a:rPr b="0" lang="en" sz="1000" spc="-1" strike="noStrike">
                <a:solidFill>
                  <a:srgbClr val="ffffff"/>
                </a:solidFill>
                <a:latin typeface="Roboto"/>
                <a:ea typeface="Roboto"/>
              </a:rPr>
              <a:t>&lt;number&gt;</a:t>
            </a:fld>
            <a:endParaRPr b="0" lang="en-HK" sz="1000" spc="-1" strike="noStrike">
              <a:latin typeface="Times New Roman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en-HK" sz="4400" spc="-1" strike="noStrike">
                <a:latin typeface="Arial"/>
              </a:rPr>
              <a:t>Click to edit the title text format</a:t>
            </a:r>
            <a:endParaRPr b="0" lang="en-HK" sz="4400" spc="-1" strike="noStrike">
              <a:latin typeface="Arial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HK" sz="3200" spc="-1" strike="noStrike">
                <a:latin typeface="Arial"/>
              </a:rPr>
              <a:t>Click to edit the outline text format</a:t>
            </a:r>
            <a:endParaRPr b="0" lang="en-HK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HK" sz="2800" spc="-1" strike="noStrike">
                <a:latin typeface="Arial"/>
              </a:rPr>
              <a:t>Second Outline Level</a:t>
            </a:r>
            <a:endParaRPr b="0" lang="en-HK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HK" sz="2400" spc="-1" strike="noStrike">
                <a:latin typeface="Arial"/>
              </a:rPr>
              <a:t>Third Outline Level</a:t>
            </a:r>
            <a:endParaRPr b="0" lang="en-HK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HK" sz="2000" spc="-1" strike="noStrike">
                <a:latin typeface="Arial"/>
              </a:rPr>
              <a:t>Fourth Outline Level</a:t>
            </a:r>
            <a:endParaRPr b="0" lang="en-HK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HK" sz="2000" spc="-1" strike="noStrike">
                <a:latin typeface="Arial"/>
              </a:rPr>
              <a:t>Fifth Outline Level</a:t>
            </a:r>
            <a:endParaRPr b="0" lang="en-HK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HK" sz="2000" spc="-1" strike="noStrike">
                <a:latin typeface="Arial"/>
              </a:rPr>
              <a:t>Sixth Outline Level</a:t>
            </a:r>
            <a:endParaRPr b="0" lang="en-HK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HK" sz="2000" spc="-1" strike="noStrike">
                <a:latin typeface="Arial"/>
              </a:rPr>
              <a:t>Seventh Outline Level</a:t>
            </a:r>
            <a:endParaRPr b="0" lang="en-HK" sz="20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6" name="Google Shape;146;p15" descr=""/>
          <p:cNvPicPr/>
          <p:nvPr/>
        </p:nvPicPr>
        <p:blipFill>
          <a:blip r:embed="rId2"/>
          <a:stretch/>
        </p:blipFill>
        <p:spPr>
          <a:xfrm>
            <a:off x="380880" y="4629240"/>
            <a:ext cx="3629520" cy="340920"/>
          </a:xfrm>
          <a:prstGeom prst="rect">
            <a:avLst/>
          </a:prstGeom>
          <a:ln w="0">
            <a:noFill/>
          </a:ln>
        </p:spPr>
      </p:pic>
      <p:pic>
        <p:nvPicPr>
          <p:cNvPr id="87" name="Google Shape;147;p15" descr=""/>
          <p:cNvPicPr/>
          <p:nvPr/>
        </p:nvPicPr>
        <p:blipFill>
          <a:blip r:embed="rId3"/>
          <a:stretch/>
        </p:blipFill>
        <p:spPr>
          <a:xfrm>
            <a:off x="5867280" y="4625280"/>
            <a:ext cx="1960920" cy="409320"/>
          </a:xfrm>
          <a:prstGeom prst="rect">
            <a:avLst/>
          </a:prstGeom>
          <a:ln w="0">
            <a:noFill/>
          </a:ln>
        </p:spPr>
      </p:pic>
      <p:sp>
        <p:nvSpPr>
          <p:cNvPr id="88" name="PlaceHolder 1"/>
          <p:cNvSpPr>
            <a:spLocks noGrp="1"/>
          </p:cNvSpPr>
          <p:nvPr>
            <p:ph type="ftr" idx="3"/>
          </p:nvPr>
        </p:nvSpPr>
        <p:spPr>
          <a:xfrm>
            <a:off x="3124080" y="4767120"/>
            <a:ext cx="2893320" cy="271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algn="ctr">
              <a:lnSpc>
                <a:spcPct val="100000"/>
              </a:lnSpc>
              <a:buNone/>
              <a:defRPr b="0" lang="en-HK" sz="1400" spc="-1" strike="noStrike">
                <a:latin typeface="Times New Roman"/>
              </a:defRPr>
            </a:lvl1pPr>
          </a:lstStyle>
          <a:p>
            <a:pPr algn="ctr">
              <a:lnSpc>
                <a:spcPct val="100000"/>
              </a:lnSpc>
              <a:buNone/>
            </a:pPr>
            <a:r>
              <a:rPr b="0" lang="en-HK" sz="1400" spc="-1" strike="noStrike">
                <a:latin typeface="Times New Roman"/>
              </a:rPr>
              <a:t>&lt;footer&gt;</a:t>
            </a:r>
            <a:endParaRPr b="0" lang="en-HK" sz="1400" spc="-1" strike="noStrike">
              <a:latin typeface="Times New Roman"/>
            </a:endParaRPr>
          </a:p>
        </p:txBody>
      </p:sp>
      <p:sp>
        <p:nvSpPr>
          <p:cNvPr id="89" name="PlaceHolder 2"/>
          <p:cNvSpPr>
            <a:spLocks noGrp="1"/>
          </p:cNvSpPr>
          <p:nvPr>
            <p:ph type="sldNum" idx="4"/>
          </p:nvPr>
        </p:nvSpPr>
        <p:spPr>
          <a:xfrm>
            <a:off x="6553080" y="4767120"/>
            <a:ext cx="2131560" cy="271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>
              <a:lnSpc>
                <a:spcPct val="100000"/>
              </a:lnSpc>
              <a:buNone/>
              <a:tabLst>
                <a:tab algn="l" pos="0"/>
              </a:tabLst>
              <a:defRPr b="0" lang="en" sz="1800" spc="-1" strike="noStrike">
                <a:solidFill>
                  <a:srgbClr val="000000"/>
                </a:solidFill>
                <a:latin typeface="Calibri"/>
                <a:ea typeface="Calibri"/>
              </a:defRPr>
            </a:lvl1pPr>
          </a:lstStyle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fld id="{F4DE9EE4-4700-46B3-B148-F00984A33FA0}" type="slidenum">
              <a:rPr b="0" lang="en" sz="1800" spc="-1" strike="noStrike">
                <a:solidFill>
                  <a:srgbClr val="000000"/>
                </a:solidFill>
                <a:latin typeface="Calibri"/>
                <a:ea typeface="Calibri"/>
              </a:rPr>
              <a:t>&lt;number&gt;</a:t>
            </a:fld>
            <a:endParaRPr b="0" lang="en-HK" sz="1800" spc="-1" strike="noStrike">
              <a:latin typeface="Times New Roman"/>
            </a:endParaRPr>
          </a:p>
        </p:txBody>
      </p:sp>
      <p:sp>
        <p:nvSpPr>
          <p:cNvPr id="90" name="PlaceHolder 3"/>
          <p:cNvSpPr>
            <a:spLocks noGrp="1"/>
          </p:cNvSpPr>
          <p:nvPr>
            <p:ph type="dt" idx="5"/>
          </p:nvPr>
        </p:nvSpPr>
        <p:spPr>
          <a:xfrm>
            <a:off x="457200" y="4767120"/>
            <a:ext cx="2131560" cy="271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>
              <a:defRPr b="0" lang="en-HK" sz="1400" spc="-1" strike="noStrike">
                <a:latin typeface="Times New Roman"/>
              </a:defRPr>
            </a:lvl1pPr>
          </a:lstStyle>
          <a:p>
            <a:r>
              <a:rPr b="0" lang="en-HK" sz="1400" spc="-1" strike="noStrike">
                <a:latin typeface="Times New Roman"/>
              </a:rPr>
              <a:t>&lt;date/time&gt;</a:t>
            </a:r>
            <a:endParaRPr b="0" lang="en-HK" sz="1400" spc="-1" strike="noStrike">
              <a:latin typeface="Times New Roman"/>
            </a:endParaRPr>
          </a:p>
        </p:txBody>
      </p:sp>
      <p:sp>
        <p:nvSpPr>
          <p:cNvPr id="91" name="PlaceHolder 4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en-HK" sz="4400" spc="-1" strike="noStrike">
                <a:latin typeface="Arial"/>
              </a:rPr>
              <a:t>Click to edit the title text format</a:t>
            </a:r>
            <a:endParaRPr b="0" lang="en-HK" sz="4400" spc="-1" strike="noStrike">
              <a:latin typeface="Arial"/>
            </a:endParaRPr>
          </a:p>
        </p:txBody>
      </p:sp>
      <p:sp>
        <p:nvSpPr>
          <p:cNvPr id="92" name="PlaceHolder 5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HK" sz="3200" spc="-1" strike="noStrike">
                <a:latin typeface="Arial"/>
              </a:rPr>
              <a:t>Click to edit the outline text format</a:t>
            </a:r>
            <a:endParaRPr b="0" lang="en-HK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HK" sz="2800" spc="-1" strike="noStrike">
                <a:latin typeface="Arial"/>
              </a:rPr>
              <a:t>Second Outline Level</a:t>
            </a:r>
            <a:endParaRPr b="0" lang="en-HK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HK" sz="2400" spc="-1" strike="noStrike">
                <a:latin typeface="Arial"/>
              </a:rPr>
              <a:t>Third Outline Level</a:t>
            </a:r>
            <a:endParaRPr b="0" lang="en-HK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HK" sz="2000" spc="-1" strike="noStrike">
                <a:latin typeface="Arial"/>
              </a:rPr>
              <a:t>Fourth Outline Level</a:t>
            </a:r>
            <a:endParaRPr b="0" lang="en-HK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HK" sz="2000" spc="-1" strike="noStrike">
                <a:latin typeface="Arial"/>
              </a:rPr>
              <a:t>Fifth Outline Level</a:t>
            </a:r>
            <a:endParaRPr b="0" lang="en-HK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HK" sz="2000" spc="-1" strike="noStrike">
                <a:latin typeface="Arial"/>
              </a:rPr>
              <a:t>Sixth Outline Level</a:t>
            </a:r>
            <a:endParaRPr b="0" lang="en-HK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HK" sz="2000" spc="-1" strike="noStrike">
                <a:latin typeface="Arial"/>
              </a:rPr>
              <a:t>Seventh Outline Level</a:t>
            </a:r>
            <a:endParaRPr b="0" lang="en-HK" sz="20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5" r:id="rId4"/>
    <p:sldLayoutId id="2147483676" r:id="rId5"/>
    <p:sldLayoutId id="2147483677" r:id="rId6"/>
    <p:sldLayoutId id="2147483678" r:id="rId7"/>
    <p:sldLayoutId id="2147483679" r:id="rId8"/>
    <p:sldLayoutId id="2147483680" r:id="rId9"/>
    <p:sldLayoutId id="2147483681" r:id="rId10"/>
    <p:sldLayoutId id="2147483682" r:id="rId11"/>
    <p:sldLayoutId id="2147483683" r:id="rId12"/>
    <p:sldLayoutId id="2147483684" r:id="rId13"/>
    <p:sldLayoutId id="2147483685" r:id="rId14"/>
    <p:sldLayoutId id="2147483686" r:id="rId15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9" name="Google Shape;238;p17"/>
          <p:cNvGrpSpPr/>
          <p:nvPr/>
        </p:nvGrpSpPr>
        <p:grpSpPr>
          <a:xfrm>
            <a:off x="0" y="3903840"/>
            <a:ext cx="9144000" cy="1237680"/>
            <a:chOff x="0" y="3903840"/>
            <a:chExt cx="9144000" cy="1237680"/>
          </a:xfrm>
        </p:grpSpPr>
        <p:sp>
          <p:nvSpPr>
            <p:cNvPr id="130" name="Google Shape;239;p17"/>
            <p:cNvSpPr/>
            <p:nvPr/>
          </p:nvSpPr>
          <p:spPr>
            <a:xfrm>
              <a:off x="8154720" y="3903840"/>
              <a:ext cx="987120" cy="985680"/>
            </a:xfrm>
            <a:prstGeom prst="rtTriangle">
              <a:avLst/>
            </a:prstGeom>
            <a:solidFill>
              <a:schemeClr val="accent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31" name="Google Shape;240;p17"/>
            <p:cNvSpPr/>
            <p:nvPr/>
          </p:nvSpPr>
          <p:spPr>
            <a:xfrm flipH="1">
              <a:off x="6179040" y="3903840"/>
              <a:ext cx="987120" cy="985680"/>
            </a:xfrm>
            <a:prstGeom prst="rtTriangle">
              <a:avLst/>
            </a:prstGeom>
            <a:solidFill>
              <a:schemeClr val="accent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32" name="Google Shape;241;p17"/>
            <p:cNvSpPr/>
            <p:nvPr/>
          </p:nvSpPr>
          <p:spPr>
            <a:xfrm>
              <a:off x="7170120" y="3903840"/>
              <a:ext cx="987120" cy="985680"/>
            </a:xfrm>
            <a:prstGeom prst="rect">
              <a:avLst/>
            </a:prstGeom>
            <a:solidFill>
              <a:schemeClr val="accent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33" name="Google Shape;242;p17"/>
            <p:cNvSpPr/>
            <p:nvPr/>
          </p:nvSpPr>
          <p:spPr>
            <a:xfrm rot="10800000">
              <a:off x="8156880" y="3906000"/>
              <a:ext cx="987120" cy="985680"/>
            </a:xfrm>
            <a:prstGeom prst="rtTriangle">
              <a:avLst/>
            </a:pr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34" name="Google Shape;243;p17"/>
            <p:cNvSpPr/>
            <p:nvPr/>
          </p:nvSpPr>
          <p:spPr>
            <a:xfrm>
              <a:off x="0" y="4891680"/>
              <a:ext cx="9141840" cy="249840"/>
            </a:xfrm>
            <a:prstGeom prst="rect">
              <a:avLst/>
            </a:pr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sp>
        <p:nvSpPr>
          <p:cNvPr id="135" name="PlaceHolder 1"/>
          <p:cNvSpPr>
            <a:spLocks noGrp="1"/>
          </p:cNvSpPr>
          <p:nvPr>
            <p:ph type="sldNum" idx="6"/>
          </p:nvPr>
        </p:nvSpPr>
        <p:spPr>
          <a:xfrm>
            <a:off x="8460360" y="4651200"/>
            <a:ext cx="546480" cy="391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algn="r">
              <a:lnSpc>
                <a:spcPct val="100000"/>
              </a:lnSpc>
              <a:buNone/>
              <a:tabLst>
                <a:tab algn="l" pos="0"/>
              </a:tabLst>
              <a:defRPr b="0" lang="en" sz="1000" spc="-1" strike="noStrike">
                <a:solidFill>
                  <a:srgbClr val="ffffff"/>
                </a:solidFill>
                <a:latin typeface="Roboto"/>
                <a:ea typeface="Roboto"/>
              </a:defRPr>
            </a:lvl1pPr>
          </a:lstStyle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fld id="{5C41B1E4-C5DF-4CC3-A8D5-271A0B066E9C}" type="slidenum">
              <a:rPr b="0" lang="en" sz="1000" spc="-1" strike="noStrike">
                <a:solidFill>
                  <a:srgbClr val="ffffff"/>
                </a:solidFill>
                <a:latin typeface="Roboto"/>
                <a:ea typeface="Roboto"/>
              </a:rPr>
              <a:t>&lt;number&gt;</a:t>
            </a:fld>
            <a:endParaRPr b="0" lang="en-HK" sz="1000" spc="-1" strike="noStrike">
              <a:latin typeface="Times New Roman"/>
            </a:endParaRPr>
          </a:p>
        </p:txBody>
      </p:sp>
      <p:sp>
        <p:nvSpPr>
          <p:cNvPr id="136" name="PlaceHolder 2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en-HK" sz="4400" spc="-1" strike="noStrike">
                <a:latin typeface="Arial"/>
              </a:rPr>
              <a:t>Click to edit the title text format</a:t>
            </a:r>
            <a:endParaRPr b="0" lang="en-HK" sz="4400" spc="-1" strike="noStrike">
              <a:latin typeface="Arial"/>
            </a:endParaRPr>
          </a:p>
        </p:txBody>
      </p:sp>
      <p:sp>
        <p:nvSpPr>
          <p:cNvPr id="137" name="PlaceHolder 3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HK" sz="3200" spc="-1" strike="noStrike">
                <a:latin typeface="Arial"/>
              </a:rPr>
              <a:t>Click to edit the outline text format</a:t>
            </a:r>
            <a:endParaRPr b="0" lang="en-HK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HK" sz="2800" spc="-1" strike="noStrike">
                <a:latin typeface="Arial"/>
              </a:rPr>
              <a:t>Second Outline Level</a:t>
            </a:r>
            <a:endParaRPr b="0" lang="en-HK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HK" sz="2400" spc="-1" strike="noStrike">
                <a:latin typeface="Arial"/>
              </a:rPr>
              <a:t>Third Outline Level</a:t>
            </a:r>
            <a:endParaRPr b="0" lang="en-HK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HK" sz="2000" spc="-1" strike="noStrike">
                <a:latin typeface="Arial"/>
              </a:rPr>
              <a:t>Fourth Outline Level</a:t>
            </a:r>
            <a:endParaRPr b="0" lang="en-HK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HK" sz="2000" spc="-1" strike="noStrike">
                <a:latin typeface="Arial"/>
              </a:rPr>
              <a:t>Fifth Outline Level</a:t>
            </a:r>
            <a:endParaRPr b="0" lang="en-HK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HK" sz="2000" spc="-1" strike="noStrike">
                <a:latin typeface="Arial"/>
              </a:rPr>
              <a:t>Sixth Outline Level</a:t>
            </a:r>
            <a:endParaRPr b="0" lang="en-HK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HK" sz="2000" spc="-1" strike="noStrike">
                <a:latin typeface="Arial"/>
              </a:rPr>
              <a:t>Seventh Outline Level</a:t>
            </a:r>
            <a:endParaRPr b="0" lang="en-HK" sz="20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88" r:id="rId2"/>
    <p:sldLayoutId id="2147483689" r:id="rId3"/>
    <p:sldLayoutId id="2147483690" r:id="rId4"/>
    <p:sldLayoutId id="2147483691" r:id="rId5"/>
    <p:sldLayoutId id="2147483692" r:id="rId6"/>
    <p:sldLayoutId id="2147483693" r:id="rId7"/>
    <p:sldLayoutId id="2147483694" r:id="rId8"/>
    <p:sldLayoutId id="2147483695" r:id="rId9"/>
    <p:sldLayoutId id="2147483696" r:id="rId10"/>
    <p:sldLayoutId id="2147483697" r:id="rId11"/>
    <p:sldLayoutId id="2147483698" r:id="rId12"/>
    <p:sldLayoutId id="2147483699" r:id="rId13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" name="Google Shape;308;p19" descr=""/>
          <p:cNvPicPr/>
          <p:nvPr/>
        </p:nvPicPr>
        <p:blipFill>
          <a:blip r:embed="rId2"/>
          <a:stretch/>
        </p:blipFill>
        <p:spPr>
          <a:xfrm>
            <a:off x="380880" y="4629240"/>
            <a:ext cx="3629520" cy="340920"/>
          </a:xfrm>
          <a:prstGeom prst="rect">
            <a:avLst/>
          </a:prstGeom>
          <a:ln w="0">
            <a:noFill/>
          </a:ln>
        </p:spPr>
      </p:pic>
      <p:pic>
        <p:nvPicPr>
          <p:cNvPr id="175" name="Google Shape;309;p19" descr=""/>
          <p:cNvPicPr/>
          <p:nvPr/>
        </p:nvPicPr>
        <p:blipFill>
          <a:blip r:embed="rId3"/>
          <a:stretch/>
        </p:blipFill>
        <p:spPr>
          <a:xfrm>
            <a:off x="5867280" y="4625280"/>
            <a:ext cx="1960920" cy="409320"/>
          </a:xfrm>
          <a:prstGeom prst="rect">
            <a:avLst/>
          </a:prstGeom>
          <a:ln w="0">
            <a:noFill/>
          </a:ln>
        </p:spPr>
      </p:pic>
      <p:sp>
        <p:nvSpPr>
          <p:cNvPr id="17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HK" sz="1800" spc="-1" strike="noStrike">
                <a:latin typeface="Arial"/>
              </a:rPr>
              <a:t>Click to edit the title text format</a:t>
            </a:r>
            <a:endParaRPr b="0" lang="en-HK" sz="1800" spc="-1" strike="noStrike">
              <a:latin typeface="Arial"/>
            </a:endParaRPr>
          </a:p>
        </p:txBody>
      </p:sp>
      <p:sp>
        <p:nvSpPr>
          <p:cNvPr id="177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5440" cy="2982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4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HK" sz="1800" spc="-1" strike="noStrike">
                <a:latin typeface="Arial"/>
              </a:rPr>
              <a:t>Click to edit the outline text format</a:t>
            </a:r>
            <a:endParaRPr b="0" lang="en-HK" sz="18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HK" sz="1800" spc="-1" strike="noStrike">
                <a:latin typeface="Arial"/>
              </a:rPr>
              <a:t>Second Outline Level</a:t>
            </a:r>
            <a:endParaRPr b="0" lang="en-HK" sz="1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HK" sz="1800" spc="-1" strike="noStrike">
                <a:latin typeface="Arial"/>
              </a:rPr>
              <a:t>Third Outline Level</a:t>
            </a:r>
            <a:endParaRPr b="0" lang="en-HK" sz="18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HK" sz="1800" spc="-1" strike="noStrike">
                <a:latin typeface="Arial"/>
              </a:rPr>
              <a:t>Fourth Outline Level</a:t>
            </a:r>
            <a:endParaRPr b="0" lang="en-HK" sz="18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HK" sz="1800" spc="-1" strike="noStrike">
                <a:latin typeface="Arial"/>
              </a:rPr>
              <a:t>Fifth Outline Level</a:t>
            </a:r>
            <a:endParaRPr b="0" lang="en-HK" sz="18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HK" sz="1800" spc="-1" strike="noStrike">
                <a:latin typeface="Arial"/>
              </a:rPr>
              <a:t>Sixth Outline Level</a:t>
            </a:r>
            <a:endParaRPr b="0" lang="en-HK" sz="18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HK" sz="1800" spc="-1" strike="noStrike">
                <a:latin typeface="Arial"/>
              </a:rPr>
              <a:t>Seventh Outline Level</a:t>
            </a:r>
            <a:endParaRPr b="0" lang="en-HK" sz="1800" spc="-1" strike="noStrike">
              <a:latin typeface="Arial"/>
            </a:endParaRPr>
          </a:p>
        </p:txBody>
      </p:sp>
      <p:sp>
        <p:nvSpPr>
          <p:cNvPr id="178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5440" cy="2982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4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HK" sz="1800" spc="-1" strike="noStrike">
                <a:latin typeface="Arial"/>
              </a:rPr>
              <a:t>Click to edit the outline text format</a:t>
            </a:r>
            <a:endParaRPr b="0" lang="en-HK" sz="18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HK" sz="1800" spc="-1" strike="noStrike">
                <a:latin typeface="Arial"/>
              </a:rPr>
              <a:t>Second Outline Level</a:t>
            </a:r>
            <a:endParaRPr b="0" lang="en-HK" sz="1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HK" sz="1800" spc="-1" strike="noStrike">
                <a:latin typeface="Arial"/>
              </a:rPr>
              <a:t>Third Outline Level</a:t>
            </a:r>
            <a:endParaRPr b="0" lang="en-HK" sz="18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HK" sz="1800" spc="-1" strike="noStrike">
                <a:latin typeface="Arial"/>
              </a:rPr>
              <a:t>Fourth Outline Level</a:t>
            </a:r>
            <a:endParaRPr b="0" lang="en-HK" sz="18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HK" sz="1800" spc="-1" strike="noStrike">
                <a:latin typeface="Arial"/>
              </a:rPr>
              <a:t>Fifth Outline Level</a:t>
            </a:r>
            <a:endParaRPr b="0" lang="en-HK" sz="18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HK" sz="1800" spc="-1" strike="noStrike">
                <a:latin typeface="Arial"/>
              </a:rPr>
              <a:t>Sixth Outline Level</a:t>
            </a:r>
            <a:endParaRPr b="0" lang="en-HK" sz="18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HK" sz="1800" spc="-1" strike="noStrike">
                <a:latin typeface="Arial"/>
              </a:rPr>
              <a:t>Seventh Outline Level</a:t>
            </a:r>
            <a:endParaRPr b="0" lang="en-HK" sz="1800" spc="-1" strike="noStrike">
              <a:latin typeface="Arial"/>
            </a:endParaRPr>
          </a:p>
        </p:txBody>
      </p:sp>
      <p:sp>
        <p:nvSpPr>
          <p:cNvPr id="179" name="PlaceHolder 4"/>
          <p:cNvSpPr>
            <a:spLocks noGrp="1"/>
          </p:cNvSpPr>
          <p:nvPr>
            <p:ph type="ftr" idx="7"/>
          </p:nvPr>
        </p:nvSpPr>
        <p:spPr>
          <a:xfrm>
            <a:off x="3124080" y="4767120"/>
            <a:ext cx="2893320" cy="271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algn="ctr">
              <a:lnSpc>
                <a:spcPct val="100000"/>
              </a:lnSpc>
              <a:buNone/>
              <a:defRPr b="0" lang="en-HK" sz="1400" spc="-1" strike="noStrike">
                <a:latin typeface="Times New Roman"/>
              </a:defRPr>
            </a:lvl1pPr>
          </a:lstStyle>
          <a:p>
            <a:pPr algn="ctr">
              <a:lnSpc>
                <a:spcPct val="100000"/>
              </a:lnSpc>
              <a:buNone/>
            </a:pPr>
            <a:r>
              <a:rPr b="0" lang="en-HK" sz="1400" spc="-1" strike="noStrike">
                <a:latin typeface="Times New Roman"/>
              </a:rPr>
              <a:t>&lt;footer&gt;</a:t>
            </a:r>
            <a:endParaRPr b="0" lang="en-HK" sz="1400" spc="-1" strike="noStrike">
              <a:latin typeface="Times New Roman"/>
            </a:endParaRPr>
          </a:p>
        </p:txBody>
      </p:sp>
      <p:sp>
        <p:nvSpPr>
          <p:cNvPr id="180" name="PlaceHolder 5"/>
          <p:cNvSpPr>
            <a:spLocks noGrp="1"/>
          </p:cNvSpPr>
          <p:nvPr>
            <p:ph type="sldNum" idx="8"/>
          </p:nvPr>
        </p:nvSpPr>
        <p:spPr>
          <a:xfrm>
            <a:off x="6553080" y="4767120"/>
            <a:ext cx="2131560" cy="271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>
              <a:lnSpc>
                <a:spcPct val="100000"/>
              </a:lnSpc>
              <a:buNone/>
              <a:tabLst>
                <a:tab algn="l" pos="0"/>
              </a:tabLst>
              <a:defRPr b="0" lang="en" sz="1800" spc="-1" strike="noStrike">
                <a:solidFill>
                  <a:srgbClr val="000000"/>
                </a:solidFill>
                <a:latin typeface="Calibri"/>
                <a:ea typeface="Calibri"/>
              </a:defRPr>
            </a:lvl1pPr>
          </a:lstStyle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fld id="{C245FB44-9C9C-418A-BDBE-E0A8730F352A}" type="slidenum">
              <a:rPr b="0" lang="en" sz="1800" spc="-1" strike="noStrike">
                <a:solidFill>
                  <a:srgbClr val="000000"/>
                </a:solidFill>
                <a:latin typeface="Calibri"/>
                <a:ea typeface="Calibri"/>
              </a:rPr>
              <a:t>&lt;number&gt;</a:t>
            </a:fld>
            <a:endParaRPr b="0" lang="en-HK" sz="1800" spc="-1" strike="noStrike">
              <a:latin typeface="Times New Roman"/>
            </a:endParaRPr>
          </a:p>
        </p:txBody>
      </p:sp>
      <p:sp>
        <p:nvSpPr>
          <p:cNvPr id="181" name="PlaceHolder 6"/>
          <p:cNvSpPr>
            <a:spLocks noGrp="1"/>
          </p:cNvSpPr>
          <p:nvPr>
            <p:ph type="dt" idx="9"/>
          </p:nvPr>
        </p:nvSpPr>
        <p:spPr>
          <a:xfrm>
            <a:off x="457200" y="4767120"/>
            <a:ext cx="2131560" cy="271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>
              <a:defRPr b="0" lang="en-HK" sz="1400" spc="-1" strike="noStrike">
                <a:latin typeface="Times New Roman"/>
              </a:defRPr>
            </a:lvl1pPr>
          </a:lstStyle>
          <a:p>
            <a:r>
              <a:rPr b="0" lang="en-HK" sz="1400" spc="-1" strike="noStrike">
                <a:latin typeface="Times New Roman"/>
              </a:rPr>
              <a:t>&lt;date/time&gt;</a:t>
            </a:r>
            <a:endParaRPr b="0" lang="en-HK" sz="1400" spc="-1" strike="noStrike"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01" r:id="rId4"/>
    <p:sldLayoutId id="2147483702" r:id="rId5"/>
    <p:sldLayoutId id="2147483703" r:id="rId6"/>
    <p:sldLayoutId id="2147483704" r:id="rId7"/>
    <p:sldLayoutId id="2147483705" r:id="rId8"/>
    <p:sldLayoutId id="2147483706" r:id="rId9"/>
    <p:sldLayoutId id="2147483707" r:id="rId10"/>
    <p:sldLayoutId id="2147483708" r:id="rId11"/>
    <p:sldLayoutId id="2147483709" r:id="rId12"/>
    <p:sldLayoutId id="2147483710" r:id="rId13"/>
    <p:sldLayoutId id="2147483711" r:id="rId14"/>
    <p:sldLayoutId id="2147483712" r:id="rId15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25.xml"/><Relationship Id="rId3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37.xml"/><Relationship Id="rId3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slideLayout" Target="../slideLayouts/slideLayout37.xml"/><Relationship Id="rId3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7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slideLayout" Target="../slideLayouts/slideLayout25.xml"/><Relationship Id="rId3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slideLayout" Target="../slideLayouts/slideLayout52.xml"/><Relationship Id="rId3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slideLayout" Target="../slideLayouts/slideLayout25.xml"/><Relationship Id="rId3" Type="http://schemas.openxmlformats.org/officeDocument/2006/relationships/notesSlide" Target="../notesSlides/notesSlide10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PlaceHolder 1"/>
          <p:cNvSpPr>
            <a:spLocks noGrp="1"/>
          </p:cNvSpPr>
          <p:nvPr>
            <p:ph type="title"/>
          </p:nvPr>
        </p:nvSpPr>
        <p:spPr>
          <a:xfrm>
            <a:off x="597960" y="1775160"/>
            <a:ext cx="8219880" cy="83664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b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4200" spc="-1" strike="noStrike">
                <a:solidFill>
                  <a:srgbClr val="ffffff"/>
                </a:solidFill>
                <a:latin typeface="Roboto"/>
                <a:ea typeface="Roboto"/>
              </a:rPr>
              <a:t>How to Write an Outline</a:t>
            </a:r>
            <a:endParaRPr b="0" lang="en-HK" sz="4200" spc="-1" strike="noStrike">
              <a:latin typeface="Arial"/>
            </a:endParaRPr>
          </a:p>
        </p:txBody>
      </p:sp>
      <p:sp>
        <p:nvSpPr>
          <p:cNvPr id="225" name="PlaceHolder 2"/>
          <p:cNvSpPr>
            <a:spLocks noGrp="1"/>
          </p:cNvSpPr>
          <p:nvPr>
            <p:ph type="subTitle"/>
          </p:nvPr>
        </p:nvSpPr>
        <p:spPr>
          <a:xfrm>
            <a:off x="597960" y="2715840"/>
            <a:ext cx="8219880" cy="43092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2100" spc="-1" strike="noStrike">
                <a:solidFill>
                  <a:srgbClr val="ffffff"/>
                </a:solidFill>
                <a:latin typeface="Roboto"/>
                <a:ea typeface="Roboto"/>
              </a:rPr>
              <a:t>URI Graduate Writing Center, Spring 2021</a:t>
            </a:r>
            <a:endParaRPr b="0" lang="en-HK" sz="2100" spc="-1" strike="noStrike">
              <a:latin typeface="Arial"/>
            </a:endParaRPr>
          </a:p>
        </p:txBody>
      </p:sp>
      <p:pic>
        <p:nvPicPr>
          <p:cNvPr id="226" name="Google Shape;406;p1" descr=""/>
          <p:cNvPicPr/>
          <p:nvPr/>
        </p:nvPicPr>
        <p:blipFill>
          <a:blip r:embed="rId1"/>
          <a:srcRect l="23150" t="15779" r="24682" b="9781"/>
          <a:stretch/>
        </p:blipFill>
        <p:spPr>
          <a:xfrm>
            <a:off x="7125840" y="2481480"/>
            <a:ext cx="1450080" cy="2322000"/>
          </a:xfrm>
          <a:prstGeom prst="rect">
            <a:avLst/>
          </a:prstGeom>
          <a:ln w="0">
            <a:noFill/>
          </a:ln>
        </p:spPr>
      </p:pic>
      <p:sp>
        <p:nvSpPr>
          <p:cNvPr id="227" name="Google Shape;407;p1"/>
          <p:cNvSpPr/>
          <p:nvPr/>
        </p:nvSpPr>
        <p:spPr>
          <a:xfrm>
            <a:off x="357120" y="1448280"/>
            <a:ext cx="6239160" cy="2031480"/>
          </a:xfrm>
          <a:prstGeom prst="roundRect">
            <a:avLst>
              <a:gd name="adj" fmla="val 16667"/>
            </a:avLst>
          </a:prstGeom>
          <a:noFill/>
          <a:ln w="9525">
            <a:solidFill>
              <a:srgbClr val="7890cd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28" name="Google Shape;408;p1"/>
          <p:cNvSpPr/>
          <p:nvPr/>
        </p:nvSpPr>
        <p:spPr>
          <a:xfrm flipH="1">
            <a:off x="6595920" y="2579760"/>
            <a:ext cx="1800" cy="351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28575">
            <a:solidFill>
              <a:srgbClr val="2a399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29" name="Google Shape;409;p1"/>
          <p:cNvSpPr/>
          <p:nvPr/>
        </p:nvSpPr>
        <p:spPr>
          <a:xfrm>
            <a:off x="6598080" y="2571840"/>
            <a:ext cx="699120" cy="519480"/>
          </a:xfrm>
          <a:custGeom>
            <a:avLst/>
            <a:gdLst/>
            <a:ahLst/>
            <a:rect l="l" t="t" r="r" b="b"/>
            <a:pathLst>
              <a:path w="27977" h="21952">
                <a:moveTo>
                  <a:pt x="431" y="0"/>
                </a:moveTo>
                <a:lnTo>
                  <a:pt x="27977" y="21952"/>
                </a:lnTo>
                <a:lnTo>
                  <a:pt x="0" y="15495"/>
                </a:lnTo>
              </a:path>
            </a:pathLst>
          </a:custGeom>
          <a:noFill/>
          <a:ln w="9525">
            <a:solidFill>
              <a:srgbClr val="7890cd"/>
            </a:solidFill>
            <a:round/>
          </a:ln>
        </p:spPr>
        <p:style>
          <a:lnRef idx="0"/>
          <a:fillRef idx="0"/>
          <a:effectRef idx="0"/>
          <a:fontRef idx="minor"/>
        </p:style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PlaceHolder 1"/>
          <p:cNvSpPr>
            <a:spLocks noGrp="1"/>
          </p:cNvSpPr>
          <p:nvPr>
            <p:ph type="title"/>
          </p:nvPr>
        </p:nvSpPr>
        <p:spPr>
          <a:xfrm>
            <a:off x="265680" y="1576080"/>
            <a:ext cx="4043160" cy="19893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b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4200" spc="-1" strike="noStrike">
                <a:solidFill>
                  <a:srgbClr val="2a3990"/>
                </a:solidFill>
                <a:latin typeface="Roboto"/>
                <a:ea typeface="Roboto"/>
              </a:rPr>
              <a:t>Why should you prepare an outline?</a:t>
            </a:r>
            <a:endParaRPr b="0" lang="en-HK" sz="4200" spc="-1" strike="noStrike">
              <a:latin typeface="Arial"/>
            </a:endParaRPr>
          </a:p>
        </p:txBody>
      </p:sp>
      <p:sp>
        <p:nvSpPr>
          <p:cNvPr id="231" name="Google Shape;415;p2"/>
          <p:cNvSpPr/>
          <p:nvPr/>
        </p:nvSpPr>
        <p:spPr>
          <a:xfrm>
            <a:off x="6133320" y="2082600"/>
            <a:ext cx="1321200" cy="1318680"/>
          </a:xfrm>
          <a:prstGeom prst="ellipse">
            <a:avLst/>
          </a:prstGeom>
          <a:solidFill>
            <a:srgbClr val="f48fb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" sz="3000" spc="-1" strike="noStrike">
                <a:solidFill>
                  <a:srgbClr val="9c254d"/>
                </a:solidFill>
                <a:latin typeface="Arial"/>
                <a:ea typeface="Arial"/>
              </a:rPr>
              <a:t>?</a:t>
            </a:r>
            <a:endParaRPr b="0" lang="en-HK" sz="3000" spc="-1" strike="noStrike">
              <a:latin typeface="Arial"/>
            </a:endParaRPr>
          </a:p>
        </p:txBody>
      </p:sp>
      <p:grpSp>
        <p:nvGrpSpPr>
          <p:cNvPr id="232" name="Google Shape;416;p2"/>
          <p:cNvGrpSpPr/>
          <p:nvPr/>
        </p:nvGrpSpPr>
        <p:grpSpPr>
          <a:xfrm>
            <a:off x="6417000" y="1719360"/>
            <a:ext cx="2955600" cy="3295440"/>
            <a:chOff x="6417000" y="1719360"/>
            <a:chExt cx="2955600" cy="3295440"/>
          </a:xfrm>
        </p:grpSpPr>
        <p:sp>
          <p:nvSpPr>
            <p:cNvPr id="233" name="Google Shape;417;p2"/>
            <p:cNvSpPr/>
            <p:nvPr/>
          </p:nvSpPr>
          <p:spPr>
            <a:xfrm rot="18319800">
              <a:off x="6367680" y="2761920"/>
              <a:ext cx="3182040" cy="1209600"/>
            </a:xfrm>
            <a:custGeom>
              <a:avLst/>
              <a:gdLst/>
              <a:ahLst/>
              <a:rect l="l" t="t" r="r" b="b"/>
              <a:pathLst>
                <a:path w="492" h="187">
                  <a:moveTo>
                    <a:pt x="457" y="0"/>
                  </a:moveTo>
                  <a:cubicBezTo>
                    <a:pt x="416" y="91"/>
                    <a:pt x="325" y="155"/>
                    <a:pt x="218" y="155"/>
                  </a:cubicBezTo>
                  <a:cubicBezTo>
                    <a:pt x="137" y="155"/>
                    <a:pt x="64" y="118"/>
                    <a:pt x="17" y="60"/>
                  </a:cubicBezTo>
                  <a:cubicBezTo>
                    <a:pt x="11" y="70"/>
                    <a:pt x="5" y="80"/>
                    <a:pt x="0" y="90"/>
                  </a:cubicBezTo>
                  <a:cubicBezTo>
                    <a:pt x="54" y="150"/>
                    <a:pt x="132" y="187"/>
                    <a:pt x="218" y="187"/>
                  </a:cubicBezTo>
                  <a:cubicBezTo>
                    <a:pt x="343" y="187"/>
                    <a:pt x="449" y="109"/>
                    <a:pt x="492" y="0"/>
                  </a:cubicBezTo>
                  <a:cubicBezTo>
                    <a:pt x="480" y="0"/>
                    <a:pt x="468" y="1"/>
                    <a:pt x="457" y="0"/>
                  </a:cubicBezTo>
                  <a:close/>
                </a:path>
              </a:pathLst>
            </a:custGeom>
            <a:solidFill>
              <a:srgbClr val="f48fb0"/>
            </a:solidFill>
            <a:ln w="9525">
              <a:solidFill>
                <a:srgbClr val="ffffff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34" name="Google Shape;418;p2"/>
            <p:cNvSpPr/>
            <p:nvPr/>
          </p:nvSpPr>
          <p:spPr>
            <a:xfrm rot="18319800">
              <a:off x="6332400" y="2658600"/>
              <a:ext cx="2727360" cy="1203120"/>
            </a:xfrm>
            <a:custGeom>
              <a:avLst/>
              <a:gdLst/>
              <a:ahLst/>
              <a:rect l="l" t="t" r="r" b="b"/>
              <a:pathLst>
                <a:path w="440" h="194">
                  <a:moveTo>
                    <a:pt x="262" y="39"/>
                  </a:moveTo>
                  <a:cubicBezTo>
                    <a:pt x="206" y="71"/>
                    <a:pt x="134" y="53"/>
                    <a:pt x="100" y="0"/>
                  </a:cubicBezTo>
                  <a:cubicBezTo>
                    <a:pt x="57" y="25"/>
                    <a:pt x="24" y="60"/>
                    <a:pt x="0" y="99"/>
                  </a:cubicBezTo>
                  <a:cubicBezTo>
                    <a:pt x="47" y="157"/>
                    <a:pt x="120" y="194"/>
                    <a:pt x="201" y="194"/>
                  </a:cubicBezTo>
                  <a:cubicBezTo>
                    <a:pt x="308" y="194"/>
                    <a:pt x="399" y="130"/>
                    <a:pt x="440" y="39"/>
                  </a:cubicBezTo>
                  <a:cubicBezTo>
                    <a:pt x="393" y="37"/>
                    <a:pt x="346" y="24"/>
                    <a:pt x="303" y="0"/>
                  </a:cubicBezTo>
                  <a:cubicBezTo>
                    <a:pt x="292" y="15"/>
                    <a:pt x="279" y="29"/>
                    <a:pt x="262" y="39"/>
                  </a:cubicBezTo>
                  <a:close/>
                </a:path>
              </a:pathLst>
            </a:custGeom>
            <a:solidFill>
              <a:srgbClr val="e1165a"/>
            </a:solidFill>
            <a:ln w="9525">
              <a:solidFill>
                <a:srgbClr val="ffffff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35" name="Google Shape;419;p2"/>
            <p:cNvSpPr/>
            <p:nvPr/>
          </p:nvSpPr>
          <p:spPr>
            <a:xfrm rot="17820600">
              <a:off x="6964560" y="3062160"/>
              <a:ext cx="1575720" cy="5612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 algn="ctr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0" lang="en" sz="1400" spc="-1" strike="noStrike">
                  <a:solidFill>
                    <a:srgbClr val="ffffff"/>
                  </a:solidFill>
                  <a:latin typeface="Roboto"/>
                  <a:ea typeface="Roboto"/>
                </a:rPr>
                <a:t>Follow Genre Structure</a:t>
              </a:r>
              <a:r>
                <a:rPr b="0" lang="en" sz="1000" spc="-1" strike="noStrike">
                  <a:solidFill>
                    <a:srgbClr val="ffffff"/>
                  </a:solidFill>
                  <a:latin typeface="Roboto"/>
                  <a:ea typeface="Roboto"/>
                </a:rPr>
                <a:t> </a:t>
              </a:r>
              <a:endParaRPr b="0" lang="en-HK" sz="1000" spc="-1" strike="noStrike">
                <a:latin typeface="Arial"/>
              </a:endParaRPr>
            </a:p>
          </p:txBody>
        </p:sp>
      </p:grpSp>
      <p:grpSp>
        <p:nvGrpSpPr>
          <p:cNvPr id="236" name="Google Shape;420;p2"/>
          <p:cNvGrpSpPr/>
          <p:nvPr/>
        </p:nvGrpSpPr>
        <p:grpSpPr>
          <a:xfrm>
            <a:off x="5089680" y="127080"/>
            <a:ext cx="3290400" cy="3220200"/>
            <a:chOff x="5089680" y="127080"/>
            <a:chExt cx="3290400" cy="3220200"/>
          </a:xfrm>
        </p:grpSpPr>
        <p:sp>
          <p:nvSpPr>
            <p:cNvPr id="237" name="Google Shape;421;p2"/>
            <p:cNvSpPr/>
            <p:nvPr/>
          </p:nvSpPr>
          <p:spPr>
            <a:xfrm rot="18319800">
              <a:off x="5641560" y="495360"/>
              <a:ext cx="2186280" cy="2483640"/>
            </a:xfrm>
            <a:custGeom>
              <a:avLst/>
              <a:gdLst/>
              <a:ahLst/>
              <a:rect l="l" t="t" r="r" b="b"/>
              <a:pathLst>
                <a:path w="338" h="384">
                  <a:moveTo>
                    <a:pt x="45" y="32"/>
                  </a:moveTo>
                  <a:cubicBezTo>
                    <a:pt x="189" y="32"/>
                    <a:pt x="306" y="148"/>
                    <a:pt x="306" y="292"/>
                  </a:cubicBezTo>
                  <a:cubicBezTo>
                    <a:pt x="306" y="325"/>
                    <a:pt x="300" y="355"/>
                    <a:pt x="289" y="384"/>
                  </a:cubicBezTo>
                  <a:cubicBezTo>
                    <a:pt x="301" y="384"/>
                    <a:pt x="312" y="384"/>
                    <a:pt x="324" y="383"/>
                  </a:cubicBezTo>
                  <a:cubicBezTo>
                    <a:pt x="333" y="354"/>
                    <a:pt x="338" y="324"/>
                    <a:pt x="338" y="292"/>
                  </a:cubicBezTo>
                  <a:cubicBezTo>
                    <a:pt x="338" y="131"/>
                    <a:pt x="207" y="0"/>
                    <a:pt x="45" y="0"/>
                  </a:cubicBezTo>
                  <a:cubicBezTo>
                    <a:pt x="30" y="0"/>
                    <a:pt x="15" y="1"/>
                    <a:pt x="0" y="3"/>
                  </a:cubicBezTo>
                  <a:cubicBezTo>
                    <a:pt x="6" y="13"/>
                    <a:pt x="12" y="23"/>
                    <a:pt x="18" y="33"/>
                  </a:cubicBezTo>
                  <a:cubicBezTo>
                    <a:pt x="27" y="32"/>
                    <a:pt x="36" y="32"/>
                    <a:pt x="45" y="32"/>
                  </a:cubicBezTo>
                  <a:close/>
                </a:path>
              </a:pathLst>
            </a:custGeom>
            <a:solidFill>
              <a:srgbClr val="f48fb0"/>
            </a:solidFill>
            <a:ln w="9525">
              <a:solidFill>
                <a:srgbClr val="ffffff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38" name="Google Shape;422;p2"/>
            <p:cNvSpPr/>
            <p:nvPr/>
          </p:nvSpPr>
          <p:spPr>
            <a:xfrm rot="18319800">
              <a:off x="5899320" y="779400"/>
              <a:ext cx="1788120" cy="2183760"/>
            </a:xfrm>
            <a:custGeom>
              <a:avLst/>
              <a:gdLst/>
              <a:ahLst/>
              <a:rect l="l" t="t" r="r" b="b"/>
              <a:pathLst>
                <a:path w="288" h="352">
                  <a:moveTo>
                    <a:pt x="27" y="0"/>
                  </a:moveTo>
                  <a:cubicBezTo>
                    <a:pt x="18" y="0"/>
                    <a:pt x="9" y="0"/>
                    <a:pt x="0" y="1"/>
                  </a:cubicBezTo>
                  <a:cubicBezTo>
                    <a:pt x="21" y="43"/>
                    <a:pt x="34" y="90"/>
                    <a:pt x="35" y="140"/>
                  </a:cubicBezTo>
                  <a:cubicBezTo>
                    <a:pt x="74" y="142"/>
                    <a:pt x="111" y="163"/>
                    <a:pt x="132" y="200"/>
                  </a:cubicBezTo>
                  <a:cubicBezTo>
                    <a:pt x="153" y="236"/>
                    <a:pt x="153" y="279"/>
                    <a:pt x="136" y="315"/>
                  </a:cubicBezTo>
                  <a:cubicBezTo>
                    <a:pt x="179" y="339"/>
                    <a:pt x="225" y="351"/>
                    <a:pt x="271" y="352"/>
                  </a:cubicBezTo>
                  <a:cubicBezTo>
                    <a:pt x="282" y="323"/>
                    <a:pt x="288" y="293"/>
                    <a:pt x="288" y="260"/>
                  </a:cubicBezTo>
                  <a:cubicBezTo>
                    <a:pt x="288" y="116"/>
                    <a:pt x="171" y="0"/>
                    <a:pt x="27" y="0"/>
                  </a:cubicBezTo>
                  <a:close/>
                </a:path>
              </a:pathLst>
            </a:custGeom>
            <a:solidFill>
              <a:srgbClr val="b61249"/>
            </a:solidFill>
            <a:ln w="9525">
              <a:solidFill>
                <a:srgbClr val="ffffff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39" name="Google Shape;423;p2"/>
            <p:cNvSpPr/>
            <p:nvPr/>
          </p:nvSpPr>
          <p:spPr>
            <a:xfrm>
              <a:off x="6015600" y="1351440"/>
              <a:ext cx="1575720" cy="5608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 algn="ctr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0" lang="en" sz="1400" spc="-1" strike="noStrike">
                  <a:solidFill>
                    <a:srgbClr val="ffffff"/>
                  </a:solidFill>
                  <a:latin typeface="Roboto"/>
                  <a:ea typeface="Roboto"/>
                </a:rPr>
                <a:t>Organize Your Ideas</a:t>
              </a:r>
              <a:endParaRPr b="0" lang="en-HK" sz="1400" spc="-1" strike="noStrike">
                <a:latin typeface="Arial"/>
              </a:endParaRPr>
            </a:p>
          </p:txBody>
        </p:sp>
      </p:grpSp>
      <p:grpSp>
        <p:nvGrpSpPr>
          <p:cNvPr id="240" name="Google Shape;424;p2"/>
          <p:cNvGrpSpPr/>
          <p:nvPr/>
        </p:nvGrpSpPr>
        <p:grpSpPr>
          <a:xfrm>
            <a:off x="4191480" y="1883880"/>
            <a:ext cx="3421440" cy="3119040"/>
            <a:chOff x="4191480" y="1883880"/>
            <a:chExt cx="3421440" cy="3119040"/>
          </a:xfrm>
        </p:grpSpPr>
        <p:sp>
          <p:nvSpPr>
            <p:cNvPr id="241" name="Google Shape;425;p2"/>
            <p:cNvSpPr/>
            <p:nvPr/>
          </p:nvSpPr>
          <p:spPr>
            <a:xfrm rot="18319800">
              <a:off x="5090400" y="1938960"/>
              <a:ext cx="1622880" cy="3043440"/>
            </a:xfrm>
            <a:custGeom>
              <a:avLst/>
              <a:gdLst/>
              <a:ahLst/>
              <a:rect l="l" t="t" r="r" b="b"/>
              <a:pathLst>
                <a:path w="251" h="470">
                  <a:moveTo>
                    <a:pt x="32" y="286"/>
                  </a:moveTo>
                  <a:cubicBezTo>
                    <a:pt x="32" y="157"/>
                    <a:pt x="127" y="49"/>
                    <a:pt x="251" y="29"/>
                  </a:cubicBezTo>
                  <a:cubicBezTo>
                    <a:pt x="245" y="19"/>
                    <a:pt x="239" y="9"/>
                    <a:pt x="233" y="0"/>
                  </a:cubicBezTo>
                  <a:cubicBezTo>
                    <a:pt x="100" y="28"/>
                    <a:pt x="0" y="145"/>
                    <a:pt x="0" y="286"/>
                  </a:cubicBezTo>
                  <a:cubicBezTo>
                    <a:pt x="0" y="356"/>
                    <a:pt x="25" y="420"/>
                    <a:pt x="65" y="470"/>
                  </a:cubicBezTo>
                  <a:cubicBezTo>
                    <a:pt x="70" y="460"/>
                    <a:pt x="76" y="450"/>
                    <a:pt x="82" y="440"/>
                  </a:cubicBezTo>
                  <a:cubicBezTo>
                    <a:pt x="51" y="397"/>
                    <a:pt x="32" y="344"/>
                    <a:pt x="32" y="286"/>
                  </a:cubicBezTo>
                  <a:close/>
                </a:path>
              </a:pathLst>
            </a:custGeom>
            <a:solidFill>
              <a:srgbClr val="f48fb0"/>
            </a:solidFill>
            <a:ln w="9525">
              <a:solidFill>
                <a:srgbClr val="ffffff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42" name="Google Shape;426;p2"/>
            <p:cNvSpPr/>
            <p:nvPr/>
          </p:nvSpPr>
          <p:spPr>
            <a:xfrm rot="18319800">
              <a:off x="5268240" y="1988280"/>
              <a:ext cx="1573560" cy="2548440"/>
            </a:xfrm>
            <a:custGeom>
              <a:avLst/>
              <a:gdLst/>
              <a:ahLst/>
              <a:rect l="l" t="t" r="r" b="b"/>
              <a:pathLst>
                <a:path w="254" h="411">
                  <a:moveTo>
                    <a:pt x="152" y="311"/>
                  </a:moveTo>
                  <a:cubicBezTo>
                    <a:pt x="124" y="254"/>
                    <a:pt x="145" y="185"/>
                    <a:pt x="200" y="153"/>
                  </a:cubicBezTo>
                  <a:cubicBezTo>
                    <a:pt x="217" y="143"/>
                    <a:pt x="236" y="137"/>
                    <a:pt x="254" y="136"/>
                  </a:cubicBezTo>
                  <a:cubicBezTo>
                    <a:pt x="253" y="87"/>
                    <a:pt x="241" y="41"/>
                    <a:pt x="219" y="0"/>
                  </a:cubicBezTo>
                  <a:cubicBezTo>
                    <a:pt x="95" y="20"/>
                    <a:pt x="0" y="128"/>
                    <a:pt x="0" y="257"/>
                  </a:cubicBezTo>
                  <a:cubicBezTo>
                    <a:pt x="0" y="315"/>
                    <a:pt x="19" y="368"/>
                    <a:pt x="50" y="411"/>
                  </a:cubicBezTo>
                  <a:cubicBezTo>
                    <a:pt x="75" y="371"/>
                    <a:pt x="110" y="337"/>
                    <a:pt x="152" y="311"/>
                  </a:cubicBezTo>
                  <a:close/>
                </a:path>
              </a:pathLst>
            </a:custGeom>
            <a:solidFill>
              <a:srgbClr val="840d35"/>
            </a:solidFill>
            <a:ln w="9525">
              <a:solidFill>
                <a:srgbClr val="ffffff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43" name="Google Shape;427;p2"/>
            <p:cNvSpPr/>
            <p:nvPr/>
          </p:nvSpPr>
          <p:spPr>
            <a:xfrm flipH="1" rot="3725400">
              <a:off x="5095080" y="3061800"/>
              <a:ext cx="1575360" cy="5616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 algn="ctr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0" lang="en" sz="1400" spc="-1" strike="noStrike">
                  <a:solidFill>
                    <a:srgbClr val="ffffff"/>
                  </a:solidFill>
                  <a:latin typeface="Roboto"/>
                  <a:ea typeface="Roboto"/>
                </a:rPr>
                <a:t>Accountability </a:t>
              </a:r>
              <a:endParaRPr b="0" lang="en-HK" sz="1400" spc="-1" strike="noStrike">
                <a:latin typeface="Arial"/>
              </a:endParaRPr>
            </a:p>
          </p:txBody>
        </p:sp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PlaceHolder 1"/>
          <p:cNvSpPr>
            <a:spLocks noGrp="1"/>
          </p:cNvSpPr>
          <p:nvPr>
            <p:ph type="title"/>
          </p:nvPr>
        </p:nvSpPr>
        <p:spPr>
          <a:xfrm>
            <a:off x="457200" y="205920"/>
            <a:ext cx="5190120" cy="8553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4400" spc="-1" strike="noStrike">
                <a:solidFill>
                  <a:srgbClr val="000000"/>
                </a:solidFill>
                <a:latin typeface="Roboto"/>
                <a:ea typeface="Roboto"/>
              </a:rPr>
              <a:t>Concept Map</a:t>
            </a:r>
            <a:endParaRPr b="0" lang="en-HK" sz="4400" spc="-1" strike="noStrike">
              <a:latin typeface="Arial"/>
            </a:endParaRPr>
          </a:p>
        </p:txBody>
      </p:sp>
      <p:sp>
        <p:nvSpPr>
          <p:cNvPr id="245" name="PlaceHolder 2"/>
          <p:cNvSpPr>
            <a:spLocks noGrp="1"/>
          </p:cNvSpPr>
          <p:nvPr>
            <p:ph/>
          </p:nvPr>
        </p:nvSpPr>
        <p:spPr>
          <a:xfrm>
            <a:off x="457200" y="1200240"/>
            <a:ext cx="4684320" cy="3392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57200" indent="-431640">
              <a:lnSpc>
                <a:spcPct val="100000"/>
              </a:lnSpc>
              <a:buClr>
                <a:srgbClr val="000000"/>
              </a:buClr>
              <a:buFont typeface="Roboto Light"/>
              <a:buChar char="•"/>
            </a:pPr>
            <a:r>
              <a:rPr b="0" lang="en" sz="3200" spc="-1" strike="noStrike">
                <a:solidFill>
                  <a:srgbClr val="000000"/>
                </a:solidFill>
                <a:latin typeface="Roboto Light"/>
                <a:ea typeface="Roboto Light"/>
              </a:rPr>
              <a:t>Main idea</a:t>
            </a:r>
            <a:endParaRPr b="0" lang="en-HK" sz="3200" spc="-1" strike="noStrike">
              <a:latin typeface="Arial"/>
            </a:endParaRPr>
          </a:p>
          <a:p>
            <a:pPr marL="457200" indent="-431640">
              <a:lnSpc>
                <a:spcPct val="100000"/>
              </a:lnSpc>
              <a:buClr>
                <a:srgbClr val="000000"/>
              </a:buClr>
              <a:buFont typeface="Roboto Light"/>
              <a:buChar char="•"/>
            </a:pPr>
            <a:r>
              <a:rPr b="0" lang="en" sz="3200" spc="-1" strike="noStrike">
                <a:solidFill>
                  <a:srgbClr val="000000"/>
                </a:solidFill>
                <a:latin typeface="Roboto Light"/>
                <a:ea typeface="Roboto Light"/>
              </a:rPr>
              <a:t>Sub topics</a:t>
            </a:r>
            <a:endParaRPr b="0" lang="en-HK" sz="3200" spc="-1" strike="noStrike">
              <a:latin typeface="Arial"/>
            </a:endParaRPr>
          </a:p>
          <a:p>
            <a:pPr lvl="1" marL="914400" indent="-431640">
              <a:lnSpc>
                <a:spcPct val="100000"/>
              </a:lnSpc>
              <a:buClr>
                <a:srgbClr val="000000"/>
              </a:buClr>
              <a:buFont typeface="Roboto Light"/>
              <a:buChar char="•"/>
            </a:pPr>
            <a:r>
              <a:rPr b="0" lang="en" sz="2800" spc="-1" strike="noStrike">
                <a:solidFill>
                  <a:srgbClr val="000000"/>
                </a:solidFill>
                <a:latin typeface="Roboto Light"/>
                <a:ea typeface="Roboto Light"/>
              </a:rPr>
              <a:t>first point of sub topics</a:t>
            </a:r>
            <a:endParaRPr b="0" lang="en-HK" sz="2800" spc="-1" strike="noStrike">
              <a:latin typeface="Arial"/>
            </a:endParaRPr>
          </a:p>
          <a:p>
            <a:pPr lvl="1" marL="914400" indent="-431640">
              <a:lnSpc>
                <a:spcPct val="100000"/>
              </a:lnSpc>
              <a:buClr>
                <a:srgbClr val="000000"/>
              </a:buClr>
              <a:buFont typeface="Roboto Light"/>
              <a:buChar char="•"/>
            </a:pPr>
            <a:r>
              <a:rPr b="0" lang="en" sz="2800" spc="-1" strike="noStrike">
                <a:solidFill>
                  <a:srgbClr val="000000"/>
                </a:solidFill>
                <a:latin typeface="Roboto Light"/>
                <a:ea typeface="Roboto Light"/>
              </a:rPr>
              <a:t>second point of sub topics</a:t>
            </a:r>
            <a:endParaRPr b="0" lang="en-HK" sz="2800" spc="-1" strike="noStrike">
              <a:latin typeface="Arial"/>
            </a:endParaRPr>
          </a:p>
          <a:p>
            <a:pPr marL="457200" indent="0">
              <a:lnSpc>
                <a:spcPct val="100000"/>
              </a:lnSpc>
              <a:buNone/>
            </a:pPr>
            <a:r>
              <a:rPr b="0" lang="en" sz="3200" spc="-1" strike="noStrike">
                <a:solidFill>
                  <a:srgbClr val="000000"/>
                </a:solidFill>
                <a:latin typeface="Roboto Light"/>
                <a:ea typeface="Roboto Light"/>
              </a:rPr>
              <a:t>continuation of the sub topics</a:t>
            </a:r>
            <a:endParaRPr b="0" lang="en-HK" sz="3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HK" sz="3200" spc="-1" strike="noStrike">
              <a:latin typeface="Arial"/>
            </a:endParaRPr>
          </a:p>
        </p:txBody>
      </p:sp>
      <p:pic>
        <p:nvPicPr>
          <p:cNvPr id="246" name="Google Shape;434;p3" descr=""/>
          <p:cNvPicPr/>
          <p:nvPr/>
        </p:nvPicPr>
        <p:blipFill>
          <a:blip r:embed="rId1"/>
          <a:stretch/>
        </p:blipFill>
        <p:spPr>
          <a:xfrm>
            <a:off x="5437800" y="115200"/>
            <a:ext cx="3026160" cy="42436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PlaceHolder 1"/>
          <p:cNvSpPr>
            <a:spLocks noGrp="1"/>
          </p:cNvSpPr>
          <p:nvPr>
            <p:ph type="title"/>
          </p:nvPr>
        </p:nvSpPr>
        <p:spPr>
          <a:xfrm>
            <a:off x="311760" y="410040"/>
            <a:ext cx="8518320" cy="60552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2600" spc="-1" strike="noStrike">
                <a:solidFill>
                  <a:srgbClr val="2a3990"/>
                </a:solidFill>
                <a:latin typeface="Roboto"/>
                <a:ea typeface="Roboto"/>
              </a:rPr>
              <a:t>Structuring your outline:</a:t>
            </a:r>
            <a:endParaRPr b="0" lang="en-HK" sz="2600" spc="-1" strike="noStrike">
              <a:latin typeface="Arial"/>
            </a:endParaRPr>
          </a:p>
        </p:txBody>
      </p:sp>
      <p:sp>
        <p:nvSpPr>
          <p:cNvPr id="248" name="PlaceHolder 2"/>
          <p:cNvSpPr>
            <a:spLocks noGrp="1"/>
          </p:cNvSpPr>
          <p:nvPr>
            <p:ph/>
          </p:nvPr>
        </p:nvSpPr>
        <p:spPr>
          <a:xfrm>
            <a:off x="311760" y="1218960"/>
            <a:ext cx="8518320" cy="333684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t">
            <a:noAutofit/>
          </a:bodyPr>
          <a:p>
            <a:pPr marL="457200" indent="-330120">
              <a:lnSpc>
                <a:spcPct val="115000"/>
              </a:lnSpc>
              <a:buClr>
                <a:srgbClr val="434343"/>
              </a:buClr>
              <a:buFont typeface="Roboto"/>
              <a:buAutoNum type="arabicPeriod"/>
            </a:pPr>
            <a:r>
              <a:rPr b="0" lang="en" sz="1600" spc="-1" strike="noStrike">
                <a:solidFill>
                  <a:srgbClr val="434343"/>
                </a:solidFill>
                <a:latin typeface="Roboto"/>
                <a:ea typeface="Roboto"/>
              </a:rPr>
              <a:t>Introduction</a:t>
            </a:r>
            <a:endParaRPr b="0" lang="en-HK" sz="1600" spc="-1" strike="noStrike">
              <a:latin typeface="Arial"/>
            </a:endParaRPr>
          </a:p>
          <a:p>
            <a:pPr lvl="1" marL="914400" indent="-317520">
              <a:lnSpc>
                <a:spcPct val="115000"/>
              </a:lnSpc>
              <a:buClr>
                <a:srgbClr val="434343"/>
              </a:buClr>
              <a:buFont typeface="Roboto"/>
              <a:buAutoNum type="alphaLcPeriod"/>
            </a:pPr>
            <a:r>
              <a:rPr b="0" lang="en" sz="1400" spc="-1" strike="noStrike">
                <a:solidFill>
                  <a:srgbClr val="434343"/>
                </a:solidFill>
                <a:latin typeface="Roboto"/>
                <a:ea typeface="Roboto"/>
              </a:rPr>
              <a:t>Interesting opening “hook”</a:t>
            </a:r>
            <a:endParaRPr b="0" lang="en-HK" sz="1400" spc="-1" strike="noStrike">
              <a:latin typeface="Arial"/>
            </a:endParaRPr>
          </a:p>
          <a:p>
            <a:pPr lvl="1" marL="914400" indent="-317520">
              <a:lnSpc>
                <a:spcPct val="115000"/>
              </a:lnSpc>
              <a:buClr>
                <a:srgbClr val="434343"/>
              </a:buClr>
              <a:buFont typeface="Roboto"/>
              <a:buAutoNum type="alphaLcPeriod"/>
            </a:pPr>
            <a:r>
              <a:rPr b="0" lang="en" sz="1400" spc="-1" strike="noStrike">
                <a:solidFill>
                  <a:srgbClr val="434343"/>
                </a:solidFill>
                <a:latin typeface="Roboto"/>
                <a:ea typeface="Roboto"/>
              </a:rPr>
              <a:t>Background info</a:t>
            </a:r>
            <a:endParaRPr b="0" lang="en-HK" sz="1400" spc="-1" strike="noStrike">
              <a:latin typeface="Arial"/>
            </a:endParaRPr>
          </a:p>
          <a:p>
            <a:pPr lvl="1" marL="914400" indent="-317520">
              <a:lnSpc>
                <a:spcPct val="115000"/>
              </a:lnSpc>
              <a:buClr>
                <a:srgbClr val="434343"/>
              </a:buClr>
              <a:buFont typeface="Roboto"/>
              <a:buAutoNum type="alphaLcPeriod"/>
            </a:pPr>
            <a:r>
              <a:rPr b="0" lang="en" sz="1400" spc="-1" strike="noStrike">
                <a:solidFill>
                  <a:srgbClr val="434343"/>
                </a:solidFill>
                <a:latin typeface="Roboto"/>
                <a:ea typeface="Roboto"/>
              </a:rPr>
              <a:t>Thesis statement</a:t>
            </a:r>
            <a:endParaRPr b="0" lang="en-HK" sz="1400" spc="-1" strike="noStrike">
              <a:latin typeface="Arial"/>
            </a:endParaRPr>
          </a:p>
          <a:p>
            <a:pPr marL="457200" indent="-330120">
              <a:lnSpc>
                <a:spcPct val="115000"/>
              </a:lnSpc>
              <a:buClr>
                <a:srgbClr val="434343"/>
              </a:buClr>
              <a:buFont typeface="Roboto"/>
              <a:buAutoNum type="arabicPeriod"/>
            </a:pPr>
            <a:r>
              <a:rPr b="0" lang="en" sz="1600" spc="-1" strike="noStrike">
                <a:solidFill>
                  <a:srgbClr val="434343"/>
                </a:solidFill>
                <a:latin typeface="Roboto"/>
                <a:ea typeface="Roboto"/>
              </a:rPr>
              <a:t>Body</a:t>
            </a:r>
            <a:endParaRPr b="0" lang="en-HK" sz="1600" spc="-1" strike="noStrike">
              <a:latin typeface="Arial"/>
            </a:endParaRPr>
          </a:p>
          <a:p>
            <a:pPr lvl="1" marL="914400" indent="-317520">
              <a:lnSpc>
                <a:spcPct val="115000"/>
              </a:lnSpc>
              <a:buClr>
                <a:srgbClr val="434343"/>
              </a:buClr>
              <a:buFont typeface="Roboto"/>
              <a:buAutoNum type="alphaLcPeriod"/>
            </a:pPr>
            <a:r>
              <a:rPr b="0" lang="en" sz="1400" spc="-1" strike="noStrike">
                <a:solidFill>
                  <a:srgbClr val="434343"/>
                </a:solidFill>
                <a:latin typeface="Roboto"/>
                <a:ea typeface="Roboto"/>
              </a:rPr>
              <a:t>1st main supporting point → topic sentence(s)</a:t>
            </a:r>
            <a:endParaRPr b="0" lang="en-HK" sz="1400" spc="-1" strike="noStrike">
              <a:latin typeface="Arial"/>
            </a:endParaRPr>
          </a:p>
          <a:p>
            <a:pPr lvl="2" marL="1371600" indent="-317520">
              <a:lnSpc>
                <a:spcPct val="115000"/>
              </a:lnSpc>
              <a:buClr>
                <a:srgbClr val="434343"/>
              </a:buClr>
              <a:buFont typeface="Roboto"/>
              <a:buAutoNum type="romanLcPeriod"/>
            </a:pPr>
            <a:r>
              <a:rPr b="0" lang="en" sz="1400" spc="-1" strike="noStrike">
                <a:solidFill>
                  <a:srgbClr val="434343"/>
                </a:solidFill>
                <a:latin typeface="Roboto"/>
                <a:ea typeface="Roboto"/>
              </a:rPr>
              <a:t>Supporting arguments and information</a:t>
            </a:r>
            <a:endParaRPr b="0" lang="en-HK" sz="1400" spc="-1" strike="noStrike">
              <a:latin typeface="Arial"/>
            </a:endParaRPr>
          </a:p>
          <a:p>
            <a:pPr lvl="1" marL="914400" indent="-317520">
              <a:lnSpc>
                <a:spcPct val="115000"/>
              </a:lnSpc>
              <a:buClr>
                <a:srgbClr val="434343"/>
              </a:buClr>
              <a:buFont typeface="Roboto"/>
              <a:buAutoNum type="alphaLcPeriod"/>
            </a:pPr>
            <a:r>
              <a:rPr b="0" lang="en" sz="1400" spc="-1" strike="noStrike">
                <a:solidFill>
                  <a:srgbClr val="434343"/>
                </a:solidFill>
                <a:latin typeface="Roboto"/>
                <a:ea typeface="Roboto"/>
              </a:rPr>
              <a:t>2nd main supporting point → topic sentence(s)</a:t>
            </a:r>
            <a:endParaRPr b="0" lang="en-HK" sz="1400" spc="-1" strike="noStrike">
              <a:latin typeface="Arial"/>
            </a:endParaRPr>
          </a:p>
          <a:p>
            <a:pPr lvl="2" marL="1371600" indent="-317520">
              <a:lnSpc>
                <a:spcPct val="115000"/>
              </a:lnSpc>
              <a:buClr>
                <a:srgbClr val="434343"/>
              </a:buClr>
              <a:buFont typeface="Roboto"/>
              <a:buAutoNum type="romanLcPeriod"/>
            </a:pPr>
            <a:r>
              <a:rPr b="0" lang="en" sz="1400" spc="-1" strike="noStrike">
                <a:solidFill>
                  <a:srgbClr val="434343"/>
                </a:solidFill>
                <a:latin typeface="Roboto"/>
                <a:ea typeface="Roboto"/>
              </a:rPr>
              <a:t>Supporting arguments and information</a:t>
            </a:r>
            <a:endParaRPr b="0" lang="en-HK" sz="1400" spc="-1" strike="noStrike">
              <a:latin typeface="Arial"/>
            </a:endParaRPr>
          </a:p>
          <a:p>
            <a:pPr marL="457200" indent="-330120">
              <a:lnSpc>
                <a:spcPct val="115000"/>
              </a:lnSpc>
              <a:buClr>
                <a:srgbClr val="434343"/>
              </a:buClr>
              <a:buFont typeface="Roboto"/>
              <a:buAutoNum type="arabicPeriod"/>
            </a:pPr>
            <a:r>
              <a:rPr b="0" lang="en" sz="1600" spc="-1" strike="noStrike">
                <a:solidFill>
                  <a:srgbClr val="434343"/>
                </a:solidFill>
                <a:latin typeface="Roboto"/>
                <a:ea typeface="Roboto"/>
              </a:rPr>
              <a:t>Conclusion</a:t>
            </a:r>
            <a:endParaRPr b="0" lang="en-HK" sz="1600" spc="-1" strike="noStrike">
              <a:latin typeface="Arial"/>
            </a:endParaRPr>
          </a:p>
          <a:p>
            <a:pPr lvl="1" marL="914400" indent="-317520">
              <a:lnSpc>
                <a:spcPct val="115000"/>
              </a:lnSpc>
              <a:buClr>
                <a:srgbClr val="434343"/>
              </a:buClr>
              <a:buFont typeface="Roboto"/>
              <a:buAutoNum type="alphaLcPeriod"/>
            </a:pPr>
            <a:r>
              <a:rPr b="0" lang="en" sz="1400" spc="-1" strike="noStrike">
                <a:solidFill>
                  <a:srgbClr val="434343"/>
                </a:solidFill>
                <a:latin typeface="Roboto"/>
                <a:ea typeface="Roboto"/>
              </a:rPr>
              <a:t>Reiterate thesis statement</a:t>
            </a:r>
            <a:endParaRPr b="0" lang="en-HK" sz="1400" spc="-1" strike="noStrike">
              <a:latin typeface="Arial"/>
            </a:endParaRPr>
          </a:p>
          <a:p>
            <a:pPr lvl="1" marL="914400" indent="-317520">
              <a:lnSpc>
                <a:spcPct val="115000"/>
              </a:lnSpc>
              <a:buClr>
                <a:srgbClr val="434343"/>
              </a:buClr>
              <a:buFont typeface="Roboto"/>
              <a:buAutoNum type="alphaLcPeriod"/>
            </a:pPr>
            <a:r>
              <a:rPr b="0" lang="en" sz="1400" spc="-1" strike="noStrike">
                <a:solidFill>
                  <a:srgbClr val="434343"/>
                </a:solidFill>
                <a:latin typeface="Roboto"/>
                <a:ea typeface="Roboto"/>
              </a:rPr>
              <a:t>Summarize supporting arguments</a:t>
            </a:r>
            <a:endParaRPr b="0" lang="en-HK" sz="1400" spc="-1" strike="noStrike">
              <a:latin typeface="Arial"/>
            </a:endParaRPr>
          </a:p>
          <a:p>
            <a:pPr>
              <a:lnSpc>
                <a:spcPct val="115000"/>
              </a:lnSpc>
              <a:spcBef>
                <a:spcPts val="1599"/>
              </a:spcBef>
              <a:buNone/>
              <a:tabLst>
                <a:tab algn="l" pos="0"/>
              </a:tabLst>
            </a:pPr>
            <a:endParaRPr b="0" lang="en-HK" sz="1800" spc="-1" strike="noStrike">
              <a:latin typeface="Arial"/>
            </a:endParaRPr>
          </a:p>
          <a:p>
            <a:pPr>
              <a:lnSpc>
                <a:spcPct val="115000"/>
              </a:lnSpc>
              <a:spcBef>
                <a:spcPts val="1599"/>
              </a:spcBef>
              <a:buNone/>
              <a:tabLst>
                <a:tab algn="l" pos="0"/>
              </a:tabLst>
            </a:pPr>
            <a:endParaRPr b="0" lang="en-HK" sz="1800" spc="-1" strike="noStrike">
              <a:latin typeface="Arial"/>
            </a:endParaRPr>
          </a:p>
        </p:txBody>
      </p:sp>
      <p:sp>
        <p:nvSpPr>
          <p:cNvPr id="249" name="Google Shape;441;p4"/>
          <p:cNvSpPr/>
          <p:nvPr/>
        </p:nvSpPr>
        <p:spPr>
          <a:xfrm flipH="1">
            <a:off x="4723920" y="410040"/>
            <a:ext cx="3312000" cy="1574280"/>
          </a:xfrm>
          <a:prstGeom prst="wedgeEllipseCallout">
            <a:avLst>
              <a:gd name="adj1" fmla="val -20833"/>
              <a:gd name="adj2" fmla="val 62500"/>
            </a:avLst>
          </a:prstGeom>
          <a:noFill/>
          <a:ln w="9525">
            <a:solidFill>
              <a:srgbClr val="9c254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400" spc="-1" strike="noStrike">
                <a:solidFill>
                  <a:srgbClr val="9c254d"/>
                </a:solidFill>
                <a:latin typeface="Roboto"/>
                <a:ea typeface="Roboto"/>
              </a:rPr>
              <a:t>You don’t have to draft the paper in this same order! Try writing the body, then intro, then conclusion. </a:t>
            </a:r>
            <a:endParaRPr b="0" lang="en-HK" sz="1400" spc="-1" strike="noStrike">
              <a:latin typeface="Arial"/>
            </a:endParaRPr>
          </a:p>
        </p:txBody>
      </p:sp>
      <p:pic>
        <p:nvPicPr>
          <p:cNvPr id="250" name="Google Shape;442;p4" descr=""/>
          <p:cNvPicPr/>
          <p:nvPr/>
        </p:nvPicPr>
        <p:blipFill>
          <a:blip r:embed="rId1"/>
          <a:srcRect l="23150" t="15779" r="24682" b="9781"/>
          <a:stretch/>
        </p:blipFill>
        <p:spPr>
          <a:xfrm>
            <a:off x="7115040" y="1641960"/>
            <a:ext cx="1450080" cy="23220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PlaceHolder 1"/>
          <p:cNvSpPr>
            <a:spLocks noGrp="1"/>
          </p:cNvSpPr>
          <p:nvPr>
            <p:ph type="title"/>
          </p:nvPr>
        </p:nvSpPr>
        <p:spPr>
          <a:xfrm>
            <a:off x="311760" y="147600"/>
            <a:ext cx="8518320" cy="60552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2600" spc="-1" strike="noStrike">
                <a:solidFill>
                  <a:srgbClr val="2a3990"/>
                </a:solidFill>
                <a:latin typeface="Roboto"/>
                <a:ea typeface="Roboto"/>
              </a:rPr>
              <a:t>Structuring your outline: IMRAD formatted manuscripts*</a:t>
            </a:r>
            <a:endParaRPr b="0" lang="en-HK" sz="2600" spc="-1" strike="noStrike">
              <a:latin typeface="Arial"/>
            </a:endParaRPr>
          </a:p>
        </p:txBody>
      </p:sp>
      <p:sp>
        <p:nvSpPr>
          <p:cNvPr id="252" name="PlaceHolder 2"/>
          <p:cNvSpPr>
            <a:spLocks noGrp="1"/>
          </p:cNvSpPr>
          <p:nvPr>
            <p:ph/>
          </p:nvPr>
        </p:nvSpPr>
        <p:spPr>
          <a:xfrm>
            <a:off x="311760" y="755280"/>
            <a:ext cx="5330880" cy="415944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t">
            <a:noAutofit/>
          </a:bodyPr>
          <a:p>
            <a:pPr marL="457200" indent="-343080">
              <a:lnSpc>
                <a:spcPct val="115000"/>
              </a:lnSpc>
              <a:buClr>
                <a:srgbClr val="434343"/>
              </a:buClr>
              <a:buFont typeface="Roboto"/>
              <a:buAutoNum type="arabicPeriod"/>
            </a:pPr>
            <a:r>
              <a:rPr b="0" lang="en" sz="1800" spc="-1" strike="noStrike">
                <a:solidFill>
                  <a:srgbClr val="434343"/>
                </a:solidFill>
                <a:latin typeface="Roboto"/>
                <a:ea typeface="Roboto"/>
              </a:rPr>
              <a:t>Introduction</a:t>
            </a:r>
            <a:endParaRPr b="0" lang="en-HK" sz="1800" spc="-1" strike="noStrike">
              <a:latin typeface="Arial"/>
            </a:endParaRPr>
          </a:p>
          <a:p>
            <a:pPr lvl="1" marL="914400" indent="-311040">
              <a:lnSpc>
                <a:spcPct val="115000"/>
              </a:lnSpc>
              <a:buClr>
                <a:srgbClr val="434343"/>
              </a:buClr>
              <a:buFont typeface="Roboto"/>
              <a:buAutoNum type="alphaLcPeriod"/>
            </a:pPr>
            <a:r>
              <a:rPr b="0" lang="en" sz="1300" spc="-1" strike="noStrike">
                <a:solidFill>
                  <a:srgbClr val="434343"/>
                </a:solidFill>
                <a:latin typeface="Roboto"/>
                <a:ea typeface="Roboto"/>
              </a:rPr>
              <a:t>Set the context</a:t>
            </a:r>
            <a:endParaRPr b="0" lang="en-HK" sz="1300" spc="-1" strike="noStrike">
              <a:latin typeface="Arial"/>
            </a:endParaRPr>
          </a:p>
          <a:p>
            <a:pPr lvl="2" marL="1371600" indent="-311040">
              <a:lnSpc>
                <a:spcPct val="115000"/>
              </a:lnSpc>
              <a:buClr>
                <a:srgbClr val="434343"/>
              </a:buClr>
              <a:buFont typeface="Roboto"/>
              <a:buAutoNum type="romanLcPeriod"/>
            </a:pPr>
            <a:r>
              <a:rPr b="0" lang="en" sz="1300" spc="-1" strike="noStrike">
                <a:solidFill>
                  <a:srgbClr val="434343"/>
                </a:solidFill>
                <a:latin typeface="Roboto"/>
                <a:ea typeface="Roboto"/>
              </a:rPr>
              <a:t>Credible background information</a:t>
            </a:r>
            <a:endParaRPr b="0" lang="en-HK" sz="1300" spc="-1" strike="noStrike">
              <a:latin typeface="Arial"/>
            </a:endParaRPr>
          </a:p>
          <a:p>
            <a:pPr lvl="2" marL="1371600" indent="-311040">
              <a:lnSpc>
                <a:spcPct val="115000"/>
              </a:lnSpc>
              <a:buClr>
                <a:srgbClr val="434343"/>
              </a:buClr>
              <a:buFont typeface="Roboto"/>
              <a:buAutoNum type="romanLcPeriod"/>
            </a:pPr>
            <a:r>
              <a:rPr b="0" lang="en" sz="1300" spc="-1" strike="noStrike">
                <a:solidFill>
                  <a:srgbClr val="434343"/>
                </a:solidFill>
                <a:latin typeface="Roboto"/>
                <a:ea typeface="Roboto"/>
              </a:rPr>
              <a:t>Previous research</a:t>
            </a:r>
            <a:endParaRPr b="0" lang="en-HK" sz="1300" spc="-1" strike="noStrike">
              <a:latin typeface="Arial"/>
            </a:endParaRPr>
          </a:p>
          <a:p>
            <a:pPr lvl="1" marL="914400" indent="-311040">
              <a:lnSpc>
                <a:spcPct val="115000"/>
              </a:lnSpc>
              <a:buClr>
                <a:srgbClr val="434343"/>
              </a:buClr>
              <a:buFont typeface="Roboto"/>
              <a:buAutoNum type="alphaLcPeriod"/>
            </a:pPr>
            <a:r>
              <a:rPr b="0" lang="en" sz="1300" spc="-1" strike="noStrike">
                <a:solidFill>
                  <a:srgbClr val="434343"/>
                </a:solidFill>
                <a:latin typeface="Roboto"/>
                <a:ea typeface="Roboto"/>
              </a:rPr>
              <a:t>Define the knowledge gap</a:t>
            </a:r>
            <a:endParaRPr b="0" lang="en-HK" sz="1300" spc="-1" strike="noStrike">
              <a:latin typeface="Arial"/>
            </a:endParaRPr>
          </a:p>
          <a:p>
            <a:pPr lvl="1" marL="914400" indent="-311040">
              <a:lnSpc>
                <a:spcPct val="115000"/>
              </a:lnSpc>
              <a:buClr>
                <a:srgbClr val="434343"/>
              </a:buClr>
              <a:buFont typeface="Roboto"/>
              <a:buAutoNum type="alphaLcPeriod"/>
            </a:pPr>
            <a:r>
              <a:rPr b="0" lang="en" sz="1300" spc="-1" strike="noStrike">
                <a:solidFill>
                  <a:srgbClr val="434343"/>
                </a:solidFill>
                <a:latin typeface="Roboto"/>
                <a:ea typeface="Roboto"/>
              </a:rPr>
              <a:t>Outline your objectives, hypotheses, or research questions</a:t>
            </a:r>
            <a:endParaRPr b="0" lang="en-HK" sz="1300" spc="-1" strike="noStrike">
              <a:latin typeface="Arial"/>
            </a:endParaRPr>
          </a:p>
          <a:p>
            <a:pPr marL="457200" indent="-343080">
              <a:lnSpc>
                <a:spcPct val="115000"/>
              </a:lnSpc>
              <a:buClr>
                <a:srgbClr val="434343"/>
              </a:buClr>
              <a:buFont typeface="Roboto"/>
              <a:buAutoNum type="arabicPeriod"/>
            </a:pPr>
            <a:r>
              <a:rPr b="0" lang="en" sz="1800" spc="-1" strike="noStrike">
                <a:solidFill>
                  <a:srgbClr val="434343"/>
                </a:solidFill>
                <a:latin typeface="Roboto"/>
                <a:ea typeface="Roboto"/>
              </a:rPr>
              <a:t>Methods</a:t>
            </a:r>
            <a:endParaRPr b="0" lang="en-HK" sz="1800" spc="-1" strike="noStrike">
              <a:latin typeface="Arial"/>
            </a:endParaRPr>
          </a:p>
          <a:p>
            <a:pPr lvl="1" marL="914400" indent="-317520">
              <a:lnSpc>
                <a:spcPct val="115000"/>
              </a:lnSpc>
              <a:buClr>
                <a:srgbClr val="434343"/>
              </a:buClr>
              <a:buFont typeface="Roboto"/>
              <a:buAutoNum type="alphaLcPeriod"/>
            </a:pPr>
            <a:r>
              <a:rPr b="0" lang="en" sz="1400" spc="-1" strike="noStrike">
                <a:solidFill>
                  <a:srgbClr val="434343"/>
                </a:solidFill>
                <a:latin typeface="Roboto"/>
                <a:ea typeface="Roboto"/>
              </a:rPr>
              <a:t>Study site</a:t>
            </a:r>
            <a:endParaRPr b="0" lang="en-HK" sz="1400" spc="-1" strike="noStrike">
              <a:latin typeface="Arial"/>
            </a:endParaRPr>
          </a:p>
          <a:p>
            <a:pPr lvl="1" marL="914400" indent="-317520">
              <a:lnSpc>
                <a:spcPct val="115000"/>
              </a:lnSpc>
              <a:buClr>
                <a:srgbClr val="434343"/>
              </a:buClr>
              <a:buFont typeface="Roboto"/>
              <a:buAutoNum type="alphaLcPeriod"/>
            </a:pPr>
            <a:r>
              <a:rPr b="0" lang="en" sz="1400" spc="-1" strike="noStrike">
                <a:solidFill>
                  <a:srgbClr val="434343"/>
                </a:solidFill>
                <a:latin typeface="Roboto"/>
                <a:ea typeface="Roboto"/>
              </a:rPr>
              <a:t>Study population</a:t>
            </a:r>
            <a:endParaRPr b="0" lang="en-HK" sz="1400" spc="-1" strike="noStrike">
              <a:latin typeface="Arial"/>
            </a:endParaRPr>
          </a:p>
          <a:p>
            <a:pPr lvl="1" marL="914400" indent="-317520">
              <a:lnSpc>
                <a:spcPct val="115000"/>
              </a:lnSpc>
              <a:buClr>
                <a:srgbClr val="434343"/>
              </a:buClr>
              <a:buFont typeface="Roboto"/>
              <a:buAutoNum type="alphaLcPeriod"/>
            </a:pPr>
            <a:r>
              <a:rPr b="0" lang="en" sz="1400" spc="-1" strike="noStrike">
                <a:solidFill>
                  <a:srgbClr val="434343"/>
                </a:solidFill>
                <a:latin typeface="Roboto"/>
                <a:ea typeface="Roboto"/>
              </a:rPr>
              <a:t>Research steps</a:t>
            </a:r>
            <a:endParaRPr b="0" lang="en-HK" sz="1400" spc="-1" strike="noStrike">
              <a:latin typeface="Arial"/>
            </a:endParaRPr>
          </a:p>
          <a:p>
            <a:pPr marL="457200" indent="-343080">
              <a:lnSpc>
                <a:spcPct val="115000"/>
              </a:lnSpc>
              <a:buClr>
                <a:srgbClr val="434343"/>
              </a:buClr>
              <a:buFont typeface="Roboto"/>
              <a:buAutoNum type="arabicPeriod"/>
            </a:pPr>
            <a:r>
              <a:rPr b="0" lang="en" sz="1800" spc="-1" strike="noStrike">
                <a:solidFill>
                  <a:srgbClr val="434343"/>
                </a:solidFill>
                <a:latin typeface="Roboto"/>
                <a:ea typeface="Roboto"/>
              </a:rPr>
              <a:t>Results</a:t>
            </a:r>
            <a:endParaRPr b="0" lang="en-HK" sz="1800" spc="-1" strike="noStrike">
              <a:latin typeface="Arial"/>
            </a:endParaRPr>
          </a:p>
          <a:p>
            <a:pPr lvl="1" marL="914400" indent="-317520">
              <a:lnSpc>
                <a:spcPct val="115000"/>
              </a:lnSpc>
              <a:buClr>
                <a:srgbClr val="434343"/>
              </a:buClr>
              <a:buFont typeface="Roboto"/>
              <a:buAutoNum type="alphaLcPeriod"/>
            </a:pPr>
            <a:r>
              <a:rPr b="0" lang="en" sz="1400" spc="-1" strike="noStrike">
                <a:solidFill>
                  <a:srgbClr val="434343"/>
                </a:solidFill>
                <a:latin typeface="Roboto"/>
                <a:ea typeface="Roboto"/>
              </a:rPr>
              <a:t>Follow the same layout as the methods section</a:t>
            </a:r>
            <a:endParaRPr b="0" lang="en-HK" sz="1400" spc="-1" strike="noStrike">
              <a:latin typeface="Arial"/>
            </a:endParaRPr>
          </a:p>
          <a:p>
            <a:pPr marL="457200" indent="-343080">
              <a:lnSpc>
                <a:spcPct val="115000"/>
              </a:lnSpc>
              <a:buClr>
                <a:srgbClr val="434343"/>
              </a:buClr>
              <a:buFont typeface="Roboto"/>
              <a:buAutoNum type="arabicPeriod"/>
            </a:pPr>
            <a:r>
              <a:rPr b="0" lang="en" sz="1800" spc="-1" strike="noStrike">
                <a:solidFill>
                  <a:srgbClr val="434343"/>
                </a:solidFill>
                <a:latin typeface="Roboto"/>
                <a:ea typeface="Roboto"/>
              </a:rPr>
              <a:t>Discussion/Conclusion</a:t>
            </a:r>
            <a:endParaRPr b="0" lang="en-HK" sz="1800" spc="-1" strike="noStrike">
              <a:latin typeface="Arial"/>
            </a:endParaRPr>
          </a:p>
          <a:p>
            <a:pPr lvl="1" marL="914400" indent="-317520">
              <a:lnSpc>
                <a:spcPct val="115000"/>
              </a:lnSpc>
              <a:buClr>
                <a:srgbClr val="434343"/>
              </a:buClr>
              <a:buFont typeface="Roboto"/>
              <a:buAutoNum type="alphaLcPeriod"/>
            </a:pPr>
            <a:r>
              <a:rPr b="0" lang="en" sz="1400" spc="-1" strike="noStrike">
                <a:solidFill>
                  <a:srgbClr val="434343"/>
                </a:solidFill>
                <a:latin typeface="Roboto"/>
                <a:ea typeface="Roboto"/>
              </a:rPr>
              <a:t>link back to introduction, come full circle</a:t>
            </a:r>
            <a:endParaRPr b="0" lang="en-HK" sz="1400" spc="-1" strike="noStrike">
              <a:latin typeface="Arial"/>
            </a:endParaRPr>
          </a:p>
          <a:p>
            <a:pPr lvl="1" marL="914400" indent="-317520">
              <a:lnSpc>
                <a:spcPct val="115000"/>
              </a:lnSpc>
              <a:buClr>
                <a:srgbClr val="434343"/>
              </a:buClr>
              <a:buFont typeface="Roboto"/>
              <a:buAutoNum type="alphaLcPeriod"/>
            </a:pPr>
            <a:r>
              <a:rPr b="0" lang="en" sz="1400" spc="-1" strike="noStrike">
                <a:solidFill>
                  <a:srgbClr val="434343"/>
                </a:solidFill>
                <a:latin typeface="Roboto"/>
                <a:ea typeface="Roboto"/>
              </a:rPr>
              <a:t>How did this research fill a knowledge gap</a:t>
            </a:r>
            <a:endParaRPr b="0" lang="en-HK" sz="1400" spc="-1" strike="noStrike">
              <a:latin typeface="Arial"/>
            </a:endParaRPr>
          </a:p>
        </p:txBody>
      </p:sp>
      <p:pic>
        <p:nvPicPr>
          <p:cNvPr id="253" name="Google Shape;449;p5" descr=""/>
          <p:cNvPicPr/>
          <p:nvPr/>
        </p:nvPicPr>
        <p:blipFill>
          <a:blip r:embed="rId1"/>
          <a:stretch/>
        </p:blipFill>
        <p:spPr>
          <a:xfrm>
            <a:off x="4635720" y="755280"/>
            <a:ext cx="4194360" cy="30474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PlaceHolder 1"/>
          <p:cNvSpPr>
            <a:spLocks noGrp="1"/>
          </p:cNvSpPr>
          <p:nvPr>
            <p:ph type="title"/>
          </p:nvPr>
        </p:nvSpPr>
        <p:spPr>
          <a:xfrm>
            <a:off x="311760" y="410040"/>
            <a:ext cx="8518320" cy="60552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3000" spc="-1" strike="noStrike">
                <a:solidFill>
                  <a:srgbClr val="2a3990"/>
                </a:solidFill>
                <a:latin typeface="Roboto"/>
                <a:ea typeface="Roboto"/>
              </a:rPr>
              <a:t>Reverse Outlines: Produce an outline from a draft</a:t>
            </a:r>
            <a:endParaRPr b="0" lang="en-HK" sz="3000" spc="-1" strike="noStrike">
              <a:latin typeface="Arial"/>
            </a:endParaRPr>
          </a:p>
        </p:txBody>
      </p:sp>
      <p:sp>
        <p:nvSpPr>
          <p:cNvPr id="255" name="PlaceHolder 2"/>
          <p:cNvSpPr>
            <a:spLocks noGrp="1"/>
          </p:cNvSpPr>
          <p:nvPr>
            <p:ph/>
          </p:nvPr>
        </p:nvSpPr>
        <p:spPr>
          <a:xfrm>
            <a:off x="311760" y="1229760"/>
            <a:ext cx="4258080" cy="333684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t">
            <a:noAutofit/>
          </a:bodyPr>
          <a:p>
            <a:pPr marL="457200" indent="-343080">
              <a:lnSpc>
                <a:spcPct val="115000"/>
              </a:lnSpc>
              <a:buClr>
                <a:srgbClr val="434343"/>
              </a:buClr>
              <a:buFont typeface="Roboto"/>
              <a:buChar char="●"/>
            </a:pPr>
            <a:r>
              <a:rPr b="0" lang="en" sz="1800" spc="-1" strike="noStrike">
                <a:solidFill>
                  <a:srgbClr val="434343"/>
                </a:solidFill>
                <a:latin typeface="Roboto"/>
                <a:ea typeface="Roboto"/>
              </a:rPr>
              <a:t>Ideas evolve as you write, so sometimes a reverse outline may better suit your needs</a:t>
            </a:r>
            <a:endParaRPr b="0" lang="en-HK" sz="1800" spc="-1" strike="noStrike">
              <a:latin typeface="Arial"/>
            </a:endParaRPr>
          </a:p>
          <a:p>
            <a:pPr lvl="1" marL="914400" indent="-317520">
              <a:lnSpc>
                <a:spcPct val="115000"/>
              </a:lnSpc>
              <a:buClr>
                <a:srgbClr val="434343"/>
              </a:buClr>
              <a:buFont typeface="Roboto"/>
              <a:buChar char="○"/>
            </a:pPr>
            <a:r>
              <a:rPr b="0" lang="en" sz="1400" spc="-1" strike="noStrike">
                <a:solidFill>
                  <a:srgbClr val="434343"/>
                </a:solidFill>
                <a:latin typeface="Roboto"/>
                <a:ea typeface="Roboto"/>
              </a:rPr>
              <a:t>If you write to think</a:t>
            </a:r>
            <a:endParaRPr b="0" lang="en-HK" sz="1400" spc="-1" strike="noStrike">
              <a:latin typeface="Arial"/>
            </a:endParaRPr>
          </a:p>
          <a:p>
            <a:pPr marL="457200" indent="-343080">
              <a:lnSpc>
                <a:spcPct val="115000"/>
              </a:lnSpc>
              <a:buClr>
                <a:srgbClr val="434343"/>
              </a:buClr>
              <a:buFont typeface="Roboto"/>
              <a:buChar char="●"/>
            </a:pPr>
            <a:r>
              <a:rPr b="0" lang="en" sz="1800" spc="-1" strike="noStrike">
                <a:solidFill>
                  <a:srgbClr val="434343"/>
                </a:solidFill>
                <a:latin typeface="Roboto"/>
                <a:ea typeface="Roboto"/>
              </a:rPr>
              <a:t>Checks your organization</a:t>
            </a:r>
            <a:endParaRPr b="0" lang="en-HK" sz="1800" spc="-1" strike="noStrike">
              <a:latin typeface="Arial"/>
            </a:endParaRPr>
          </a:p>
          <a:p>
            <a:pPr lvl="1" marL="914400" indent="-317520">
              <a:lnSpc>
                <a:spcPct val="115000"/>
              </a:lnSpc>
              <a:buClr>
                <a:srgbClr val="434343"/>
              </a:buClr>
              <a:buFont typeface="Roboto"/>
              <a:buChar char="○"/>
            </a:pPr>
            <a:r>
              <a:rPr b="0" lang="en" sz="1400" spc="-1" strike="noStrike">
                <a:solidFill>
                  <a:srgbClr val="434343"/>
                </a:solidFill>
                <a:latin typeface="Roboto"/>
                <a:ea typeface="Roboto"/>
              </a:rPr>
              <a:t>Identify main points to easily move sections around in your draft</a:t>
            </a:r>
            <a:endParaRPr b="0" lang="en-HK" sz="1400" spc="-1" strike="noStrike">
              <a:latin typeface="Arial"/>
            </a:endParaRPr>
          </a:p>
          <a:p>
            <a:pPr marL="457200" indent="-343080">
              <a:lnSpc>
                <a:spcPct val="115000"/>
              </a:lnSpc>
              <a:buClr>
                <a:srgbClr val="434343"/>
              </a:buClr>
              <a:buFont typeface="Roboto"/>
              <a:buChar char="●"/>
            </a:pPr>
            <a:r>
              <a:rPr b="0" lang="en" sz="1800" spc="-1" strike="noStrike">
                <a:solidFill>
                  <a:srgbClr val="434343"/>
                </a:solidFill>
                <a:latin typeface="Roboto"/>
                <a:ea typeface="Roboto"/>
              </a:rPr>
              <a:t>You can do both! </a:t>
            </a:r>
            <a:endParaRPr b="0" lang="en-HK" sz="1800" spc="-1" strike="noStrike">
              <a:latin typeface="Arial"/>
            </a:endParaRPr>
          </a:p>
          <a:p>
            <a:pPr lvl="1" marL="914400" indent="-317520">
              <a:lnSpc>
                <a:spcPct val="115000"/>
              </a:lnSpc>
              <a:buClr>
                <a:srgbClr val="434343"/>
              </a:buClr>
              <a:buFont typeface="Roboto"/>
              <a:buChar char="○"/>
            </a:pPr>
            <a:r>
              <a:rPr b="0" lang="en" sz="1400" spc="-1" strike="noStrike">
                <a:solidFill>
                  <a:srgbClr val="434343"/>
                </a:solidFill>
                <a:latin typeface="Roboto"/>
                <a:ea typeface="Roboto"/>
              </a:rPr>
              <a:t>Compare your reverse outline to your original outline</a:t>
            </a:r>
            <a:endParaRPr b="0" lang="en-HK" sz="1400" spc="-1" strike="noStrike">
              <a:latin typeface="Arial"/>
            </a:endParaRPr>
          </a:p>
          <a:p>
            <a:pPr>
              <a:lnSpc>
                <a:spcPct val="115000"/>
              </a:lnSpc>
              <a:spcBef>
                <a:spcPts val="1599"/>
              </a:spcBef>
              <a:buNone/>
              <a:tabLst>
                <a:tab algn="l" pos="0"/>
              </a:tabLst>
            </a:pPr>
            <a:r>
              <a:rPr b="0" lang="en" sz="1800" spc="-1" strike="noStrike">
                <a:solidFill>
                  <a:srgbClr val="434343"/>
                </a:solidFill>
                <a:latin typeface="Roboto"/>
                <a:ea typeface="Roboto"/>
              </a:rPr>
              <a:t> </a:t>
            </a:r>
            <a:endParaRPr b="0" lang="en-HK" sz="1800" spc="-1" strike="noStrike">
              <a:latin typeface="Arial"/>
            </a:endParaRPr>
          </a:p>
        </p:txBody>
      </p:sp>
      <p:sp>
        <p:nvSpPr>
          <p:cNvPr id="256" name="Google Shape;456;p6"/>
          <p:cNvSpPr/>
          <p:nvPr/>
        </p:nvSpPr>
        <p:spPr>
          <a:xfrm>
            <a:off x="4715280" y="1351440"/>
            <a:ext cx="1881000" cy="2590920"/>
          </a:xfrm>
          <a:prstGeom prst="rect">
            <a:avLst/>
          </a:prstGeom>
          <a:noFill/>
          <a:ln w="9525">
            <a:solidFill>
              <a:srgbClr val="434343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57" name="Google Shape;457;p6"/>
          <p:cNvSpPr/>
          <p:nvPr/>
        </p:nvSpPr>
        <p:spPr>
          <a:xfrm>
            <a:off x="4844520" y="1620360"/>
            <a:ext cx="1504440" cy="36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9525">
            <a:solidFill>
              <a:srgbClr val="434343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58" name="Google Shape;458;p6"/>
          <p:cNvSpPr/>
          <p:nvPr/>
        </p:nvSpPr>
        <p:spPr>
          <a:xfrm>
            <a:off x="5091840" y="1921680"/>
            <a:ext cx="1257120" cy="36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9525">
            <a:solidFill>
              <a:srgbClr val="434343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59" name="Google Shape;459;p6"/>
          <p:cNvSpPr/>
          <p:nvPr/>
        </p:nvSpPr>
        <p:spPr>
          <a:xfrm>
            <a:off x="4844520" y="2118960"/>
            <a:ext cx="1504440" cy="36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9525">
            <a:solidFill>
              <a:srgbClr val="434343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60" name="Google Shape;460;p6"/>
          <p:cNvSpPr/>
          <p:nvPr/>
        </p:nvSpPr>
        <p:spPr>
          <a:xfrm>
            <a:off x="4844520" y="2292840"/>
            <a:ext cx="1504440" cy="36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9525">
            <a:solidFill>
              <a:srgbClr val="434343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61" name="Google Shape;461;p6"/>
          <p:cNvSpPr/>
          <p:nvPr/>
        </p:nvSpPr>
        <p:spPr>
          <a:xfrm>
            <a:off x="4844520" y="2445480"/>
            <a:ext cx="1504440" cy="36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9525">
            <a:solidFill>
              <a:srgbClr val="434343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62" name="Google Shape;462;p6"/>
          <p:cNvSpPr/>
          <p:nvPr/>
        </p:nvSpPr>
        <p:spPr>
          <a:xfrm>
            <a:off x="5091840" y="2597760"/>
            <a:ext cx="1257120" cy="36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9525">
            <a:solidFill>
              <a:srgbClr val="434343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63" name="Google Shape;463;p6"/>
          <p:cNvSpPr/>
          <p:nvPr/>
        </p:nvSpPr>
        <p:spPr>
          <a:xfrm>
            <a:off x="4844520" y="2795040"/>
            <a:ext cx="1504440" cy="36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9525">
            <a:solidFill>
              <a:srgbClr val="434343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64" name="Google Shape;464;p6"/>
          <p:cNvSpPr/>
          <p:nvPr/>
        </p:nvSpPr>
        <p:spPr>
          <a:xfrm>
            <a:off x="4844520" y="2968920"/>
            <a:ext cx="1504440" cy="36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9525">
            <a:solidFill>
              <a:srgbClr val="434343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65" name="Google Shape;465;p6"/>
          <p:cNvSpPr/>
          <p:nvPr/>
        </p:nvSpPr>
        <p:spPr>
          <a:xfrm>
            <a:off x="4844520" y="3121200"/>
            <a:ext cx="1504440" cy="36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9525">
            <a:solidFill>
              <a:srgbClr val="434343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66" name="Google Shape;466;p6"/>
          <p:cNvSpPr/>
          <p:nvPr/>
        </p:nvSpPr>
        <p:spPr>
          <a:xfrm>
            <a:off x="5091840" y="3273480"/>
            <a:ext cx="1257120" cy="36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9525">
            <a:solidFill>
              <a:srgbClr val="434343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67" name="Google Shape;467;p6"/>
          <p:cNvSpPr/>
          <p:nvPr/>
        </p:nvSpPr>
        <p:spPr>
          <a:xfrm>
            <a:off x="4844520" y="3470760"/>
            <a:ext cx="1504440" cy="36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9525">
            <a:solidFill>
              <a:srgbClr val="434343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68" name="Google Shape;468;p6"/>
          <p:cNvSpPr/>
          <p:nvPr/>
        </p:nvSpPr>
        <p:spPr>
          <a:xfrm>
            <a:off x="4844520" y="3644640"/>
            <a:ext cx="1504440" cy="36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9525">
            <a:solidFill>
              <a:srgbClr val="434343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69" name="Google Shape;469;p6"/>
          <p:cNvSpPr/>
          <p:nvPr/>
        </p:nvSpPr>
        <p:spPr>
          <a:xfrm>
            <a:off x="4844520" y="3797280"/>
            <a:ext cx="1504440" cy="36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9525">
            <a:solidFill>
              <a:srgbClr val="434343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70" name="Google Shape;470;p6"/>
          <p:cNvSpPr/>
          <p:nvPr/>
        </p:nvSpPr>
        <p:spPr>
          <a:xfrm>
            <a:off x="6469200" y="1932480"/>
            <a:ext cx="740160" cy="503640"/>
          </a:xfrm>
          <a:custGeom>
            <a:avLst/>
            <a:gdLst/>
            <a:ahLst/>
            <a:rect l="l" t="t" r="r" b="b"/>
            <a:pathLst>
              <a:path w="24533" h="20230">
                <a:moveTo>
                  <a:pt x="430" y="0"/>
                </a:moveTo>
                <a:lnTo>
                  <a:pt x="24533" y="8178"/>
                </a:lnTo>
                <a:lnTo>
                  <a:pt x="0" y="20230"/>
                </a:lnTo>
              </a:path>
            </a:pathLst>
          </a:custGeom>
          <a:noFill/>
          <a:ln w="28575">
            <a:solidFill>
              <a:srgbClr val="9c254d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71" name="Google Shape;471;p6"/>
          <p:cNvSpPr/>
          <p:nvPr/>
        </p:nvSpPr>
        <p:spPr>
          <a:xfrm>
            <a:off x="7329960" y="1787040"/>
            <a:ext cx="1343160" cy="503640"/>
          </a:xfrm>
          <a:prstGeom prst="wedgeRoundRectCallout">
            <a:avLst>
              <a:gd name="adj1" fmla="val -20833"/>
              <a:gd name="adj2" fmla="val 62500"/>
              <a:gd name="adj3" fmla="val 0"/>
            </a:avLst>
          </a:prstGeom>
          <a:noFill/>
          <a:ln w="9525">
            <a:solidFill>
              <a:srgbClr val="434343"/>
            </a:solidFill>
            <a:prstDash val="dash"/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72" name="Google Shape;472;p6"/>
          <p:cNvSpPr/>
          <p:nvPr/>
        </p:nvSpPr>
        <p:spPr>
          <a:xfrm>
            <a:off x="6469200" y="2630520"/>
            <a:ext cx="740160" cy="503640"/>
          </a:xfrm>
          <a:custGeom>
            <a:avLst/>
            <a:gdLst/>
            <a:ahLst/>
            <a:rect l="l" t="t" r="r" b="b"/>
            <a:pathLst>
              <a:path w="24533" h="20230">
                <a:moveTo>
                  <a:pt x="430" y="0"/>
                </a:moveTo>
                <a:lnTo>
                  <a:pt x="24533" y="8178"/>
                </a:lnTo>
                <a:lnTo>
                  <a:pt x="0" y="20230"/>
                </a:lnTo>
              </a:path>
            </a:pathLst>
          </a:custGeom>
          <a:noFill/>
          <a:ln w="28575">
            <a:solidFill>
              <a:srgbClr val="9c254d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73" name="Google Shape;473;p6"/>
          <p:cNvSpPr/>
          <p:nvPr/>
        </p:nvSpPr>
        <p:spPr>
          <a:xfrm>
            <a:off x="7329960" y="2587680"/>
            <a:ext cx="1343160" cy="503640"/>
          </a:xfrm>
          <a:prstGeom prst="wedgeRoundRectCallout">
            <a:avLst>
              <a:gd name="adj1" fmla="val -20833"/>
              <a:gd name="adj2" fmla="val 62500"/>
              <a:gd name="adj3" fmla="val 0"/>
            </a:avLst>
          </a:prstGeom>
          <a:noFill/>
          <a:ln w="9525">
            <a:solidFill>
              <a:srgbClr val="434343"/>
            </a:solidFill>
            <a:prstDash val="dash"/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74" name="Google Shape;474;p6"/>
          <p:cNvSpPr/>
          <p:nvPr/>
        </p:nvSpPr>
        <p:spPr>
          <a:xfrm>
            <a:off x="6469200" y="3328560"/>
            <a:ext cx="740160" cy="503640"/>
          </a:xfrm>
          <a:custGeom>
            <a:avLst/>
            <a:gdLst/>
            <a:ahLst/>
            <a:rect l="l" t="t" r="r" b="b"/>
            <a:pathLst>
              <a:path w="24533" h="20230">
                <a:moveTo>
                  <a:pt x="430" y="0"/>
                </a:moveTo>
                <a:lnTo>
                  <a:pt x="24533" y="8178"/>
                </a:lnTo>
                <a:lnTo>
                  <a:pt x="0" y="20230"/>
                </a:lnTo>
              </a:path>
            </a:pathLst>
          </a:custGeom>
          <a:noFill/>
          <a:ln w="28575">
            <a:solidFill>
              <a:srgbClr val="9c254d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75" name="Google Shape;475;p6"/>
          <p:cNvSpPr/>
          <p:nvPr/>
        </p:nvSpPr>
        <p:spPr>
          <a:xfrm>
            <a:off x="7329960" y="3210840"/>
            <a:ext cx="1343160" cy="503640"/>
          </a:xfrm>
          <a:prstGeom prst="wedgeRoundRectCallout">
            <a:avLst>
              <a:gd name="adj1" fmla="val -20833"/>
              <a:gd name="adj2" fmla="val 62500"/>
              <a:gd name="adj3" fmla="val 0"/>
            </a:avLst>
          </a:prstGeom>
          <a:noFill/>
          <a:ln w="9525">
            <a:solidFill>
              <a:srgbClr val="434343"/>
            </a:solidFill>
            <a:prstDash val="dash"/>
            <a:round/>
          </a:ln>
        </p:spPr>
        <p:style>
          <a:lnRef idx="0"/>
          <a:fillRef idx="0"/>
          <a:effectRef idx="0"/>
          <a:fontRef idx="minor"/>
        </p:style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PlaceHolder 1"/>
          <p:cNvSpPr>
            <a:spLocks noGrp="1"/>
          </p:cNvSpPr>
          <p:nvPr>
            <p:ph type="title"/>
          </p:nvPr>
        </p:nvSpPr>
        <p:spPr>
          <a:xfrm>
            <a:off x="265680" y="1151280"/>
            <a:ext cx="4043160" cy="15624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b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4200" spc="-1" strike="noStrike">
                <a:solidFill>
                  <a:srgbClr val="2a3990"/>
                </a:solidFill>
                <a:latin typeface="Roboto"/>
                <a:ea typeface="Roboto"/>
              </a:rPr>
              <a:t>Using Graphic Organizers</a:t>
            </a:r>
            <a:endParaRPr b="0" lang="en-HK" sz="4200" spc="-1" strike="noStrike">
              <a:latin typeface="Arial"/>
            </a:endParaRPr>
          </a:p>
        </p:txBody>
      </p:sp>
      <p:sp>
        <p:nvSpPr>
          <p:cNvPr id="277" name="PlaceHolder 2"/>
          <p:cNvSpPr>
            <a:spLocks noGrp="1"/>
          </p:cNvSpPr>
          <p:nvPr>
            <p:ph type="subTitle"/>
          </p:nvPr>
        </p:nvSpPr>
        <p:spPr>
          <a:xfrm>
            <a:off x="265680" y="2769120"/>
            <a:ext cx="4043160" cy="1267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t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2100" spc="-1" strike="noStrike">
                <a:solidFill>
                  <a:srgbClr val="434343"/>
                </a:solidFill>
                <a:latin typeface="Roboto"/>
                <a:ea typeface="Roboto"/>
              </a:rPr>
              <a:t>Visual Strategies for Outlining</a:t>
            </a:r>
            <a:endParaRPr b="0" lang="en-HK" sz="2100" spc="-1" strike="noStrike">
              <a:latin typeface="Arial"/>
            </a:endParaRPr>
          </a:p>
        </p:txBody>
      </p:sp>
      <p:sp>
        <p:nvSpPr>
          <p:cNvPr id="278" name="Google Shape;482;p7"/>
          <p:cNvSpPr/>
          <p:nvPr/>
        </p:nvSpPr>
        <p:spPr>
          <a:xfrm>
            <a:off x="5199480" y="1028880"/>
            <a:ext cx="3225960" cy="309960"/>
          </a:xfrm>
          <a:prstGeom prst="rect">
            <a:avLst/>
          </a:prstGeom>
          <a:noFill/>
          <a:ln w="38100">
            <a:solidFill>
              <a:srgbClr val="7890c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310320" bIns="31032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400" spc="-1" strike="noStrike">
                <a:solidFill>
                  <a:srgbClr val="7890cd"/>
                </a:solidFill>
                <a:latin typeface="Arial"/>
                <a:ea typeface="Arial"/>
              </a:rPr>
              <a:t>1.</a:t>
            </a:r>
            <a:endParaRPr b="0" lang="en-HK" sz="1400" spc="-1" strike="noStrike">
              <a:latin typeface="Arial"/>
            </a:endParaRPr>
          </a:p>
        </p:txBody>
      </p:sp>
      <p:sp>
        <p:nvSpPr>
          <p:cNvPr id="279" name="Google Shape;483;p7"/>
          <p:cNvSpPr/>
          <p:nvPr/>
        </p:nvSpPr>
        <p:spPr>
          <a:xfrm>
            <a:off x="5586840" y="1536120"/>
            <a:ext cx="2838600" cy="309960"/>
          </a:xfrm>
          <a:prstGeom prst="rect">
            <a:avLst/>
          </a:prstGeom>
          <a:noFill/>
          <a:ln w="38100">
            <a:solidFill>
              <a:srgbClr val="7890c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310320" bIns="31032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400" spc="-1" strike="noStrike">
                <a:solidFill>
                  <a:srgbClr val="7890cd"/>
                </a:solidFill>
                <a:latin typeface="Arial"/>
                <a:ea typeface="Arial"/>
              </a:rPr>
              <a:t>a)</a:t>
            </a:r>
            <a:endParaRPr b="0" lang="en-HK" sz="1400" spc="-1" strike="noStrike">
              <a:latin typeface="Arial"/>
            </a:endParaRPr>
          </a:p>
        </p:txBody>
      </p:sp>
      <p:sp>
        <p:nvSpPr>
          <p:cNvPr id="280" name="Google Shape;484;p7"/>
          <p:cNvSpPr/>
          <p:nvPr/>
        </p:nvSpPr>
        <p:spPr>
          <a:xfrm>
            <a:off x="5586840" y="2043720"/>
            <a:ext cx="2838600" cy="309960"/>
          </a:xfrm>
          <a:prstGeom prst="rect">
            <a:avLst/>
          </a:prstGeom>
          <a:noFill/>
          <a:ln w="38100">
            <a:solidFill>
              <a:srgbClr val="7890c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310320" bIns="31032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400" spc="-1" strike="noStrike">
                <a:solidFill>
                  <a:srgbClr val="7890cd"/>
                </a:solidFill>
                <a:latin typeface="Arial"/>
                <a:ea typeface="Arial"/>
              </a:rPr>
              <a:t>b)</a:t>
            </a:r>
            <a:endParaRPr b="0" lang="en-HK" sz="1400" spc="-1" strike="noStrike">
              <a:latin typeface="Arial"/>
            </a:endParaRPr>
          </a:p>
        </p:txBody>
      </p:sp>
      <p:sp>
        <p:nvSpPr>
          <p:cNvPr id="281" name="Google Shape;485;p7"/>
          <p:cNvSpPr/>
          <p:nvPr/>
        </p:nvSpPr>
        <p:spPr>
          <a:xfrm>
            <a:off x="5145480" y="2769120"/>
            <a:ext cx="2149920" cy="1625760"/>
          </a:xfrm>
          <a:prstGeom prst="ellipse">
            <a:avLst/>
          </a:prstGeom>
          <a:noFill/>
          <a:ln w="38100">
            <a:solidFill>
              <a:srgbClr val="f06292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82" name="Google Shape;486;p7"/>
          <p:cNvSpPr/>
          <p:nvPr/>
        </p:nvSpPr>
        <p:spPr>
          <a:xfrm>
            <a:off x="6404760" y="2768760"/>
            <a:ext cx="2020680" cy="1625760"/>
          </a:xfrm>
          <a:prstGeom prst="ellipse">
            <a:avLst/>
          </a:prstGeom>
          <a:noFill/>
          <a:ln w="38100">
            <a:solidFill>
              <a:srgbClr val="f06292"/>
            </a:solidFill>
            <a:prstDash val="dash"/>
            <a:round/>
          </a:ln>
        </p:spPr>
        <p:style>
          <a:lnRef idx="0"/>
          <a:fillRef idx="0"/>
          <a:effectRef idx="0"/>
          <a:fontRef idx="minor"/>
        </p:style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PlaceHolder 1"/>
          <p:cNvSpPr>
            <a:spLocks noGrp="1"/>
          </p:cNvSpPr>
          <p:nvPr>
            <p:ph type="title"/>
          </p:nvPr>
        </p:nvSpPr>
        <p:spPr>
          <a:xfrm>
            <a:off x="2634480" y="100080"/>
            <a:ext cx="6507360" cy="8553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4400" spc="-1" strike="noStrike">
                <a:solidFill>
                  <a:srgbClr val="000000"/>
                </a:solidFill>
                <a:latin typeface="Roboto"/>
                <a:ea typeface="Roboto"/>
              </a:rPr>
              <a:t>Sequence</a:t>
            </a:r>
            <a:endParaRPr b="0" lang="en-HK" sz="4400" spc="-1" strike="noStrike">
              <a:latin typeface="Arial"/>
            </a:endParaRPr>
          </a:p>
        </p:txBody>
      </p:sp>
      <p:sp>
        <p:nvSpPr>
          <p:cNvPr id="284" name="PlaceHolder 2"/>
          <p:cNvSpPr>
            <a:spLocks noGrp="1"/>
          </p:cNvSpPr>
          <p:nvPr>
            <p:ph/>
          </p:nvPr>
        </p:nvSpPr>
        <p:spPr>
          <a:xfrm>
            <a:off x="3884040" y="1200240"/>
            <a:ext cx="4800240" cy="3171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57200" indent="-431640">
              <a:lnSpc>
                <a:spcPct val="100000"/>
              </a:lnSpc>
              <a:buClr>
                <a:srgbClr val="000000"/>
              </a:buClr>
              <a:buFont typeface="Roboto"/>
              <a:buChar char="•"/>
            </a:pPr>
            <a:r>
              <a:rPr b="0" lang="en" sz="3200" spc="-1" strike="noStrike">
                <a:solidFill>
                  <a:srgbClr val="000000"/>
                </a:solidFill>
                <a:latin typeface="Roboto"/>
                <a:ea typeface="Roboto"/>
              </a:rPr>
              <a:t>Order events</a:t>
            </a:r>
            <a:endParaRPr b="0" lang="en-HK" sz="3200" spc="-1" strike="noStrike">
              <a:latin typeface="Arial"/>
            </a:endParaRPr>
          </a:p>
          <a:p>
            <a:pPr marL="457200" indent="-431640">
              <a:lnSpc>
                <a:spcPct val="100000"/>
              </a:lnSpc>
              <a:buClr>
                <a:srgbClr val="000000"/>
              </a:buClr>
              <a:buFont typeface="Roboto"/>
              <a:buChar char="•"/>
            </a:pPr>
            <a:r>
              <a:rPr b="0" lang="en" sz="3200" spc="-1" strike="noStrike">
                <a:solidFill>
                  <a:srgbClr val="000000"/>
                </a:solidFill>
                <a:latin typeface="Roboto"/>
                <a:ea typeface="Roboto"/>
              </a:rPr>
              <a:t>Timeline of events </a:t>
            </a:r>
            <a:endParaRPr b="0" lang="en-HK" sz="3200" spc="-1" strike="noStrike">
              <a:latin typeface="Arial"/>
            </a:endParaRPr>
          </a:p>
          <a:p>
            <a:pPr marL="457200" indent="-431640">
              <a:lnSpc>
                <a:spcPct val="100000"/>
              </a:lnSpc>
              <a:buClr>
                <a:srgbClr val="000000"/>
              </a:buClr>
              <a:buFont typeface="Roboto"/>
              <a:buChar char="•"/>
            </a:pPr>
            <a:r>
              <a:rPr b="0" lang="en" sz="3200" spc="-1" strike="noStrike">
                <a:solidFill>
                  <a:srgbClr val="000000"/>
                </a:solidFill>
                <a:latin typeface="Roboto"/>
                <a:ea typeface="Roboto"/>
              </a:rPr>
              <a:t>Steps in a process</a:t>
            </a:r>
            <a:endParaRPr b="0" lang="en-HK" sz="3200" spc="-1" strike="noStrike">
              <a:latin typeface="Arial"/>
            </a:endParaRPr>
          </a:p>
          <a:p>
            <a:pPr marL="457200" indent="-431640">
              <a:lnSpc>
                <a:spcPct val="100000"/>
              </a:lnSpc>
              <a:buClr>
                <a:srgbClr val="000000"/>
              </a:buClr>
              <a:buFont typeface="Roboto"/>
              <a:buChar char="•"/>
            </a:pPr>
            <a:r>
              <a:rPr b="0" lang="en" sz="3200" spc="-1" strike="noStrike">
                <a:solidFill>
                  <a:srgbClr val="000000"/>
                </a:solidFill>
                <a:latin typeface="Roboto"/>
                <a:ea typeface="Roboto"/>
              </a:rPr>
              <a:t>Relationship between cause &amp; effect</a:t>
            </a:r>
            <a:endParaRPr b="0" lang="en-HK" sz="3200" spc="-1" strike="noStrike">
              <a:latin typeface="Arial"/>
            </a:endParaRPr>
          </a:p>
        </p:txBody>
      </p:sp>
      <p:pic>
        <p:nvPicPr>
          <p:cNvPr id="285" name="Google Shape;493;p8" descr=""/>
          <p:cNvPicPr/>
          <p:nvPr/>
        </p:nvPicPr>
        <p:blipFill>
          <a:blip r:embed="rId1"/>
          <a:stretch/>
        </p:blipFill>
        <p:spPr>
          <a:xfrm>
            <a:off x="553320" y="308520"/>
            <a:ext cx="3328920" cy="42566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PlaceHolder 1"/>
          <p:cNvSpPr>
            <a:spLocks noGrp="1"/>
          </p:cNvSpPr>
          <p:nvPr>
            <p:ph type="title"/>
          </p:nvPr>
        </p:nvSpPr>
        <p:spPr>
          <a:xfrm>
            <a:off x="457200" y="205920"/>
            <a:ext cx="8227440" cy="855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4400" spc="-1" strike="noStrike">
                <a:solidFill>
                  <a:srgbClr val="000000"/>
                </a:solidFill>
                <a:latin typeface="Roboto"/>
                <a:ea typeface="Roboto"/>
              </a:rPr>
              <a:t>Story Map</a:t>
            </a:r>
            <a:endParaRPr b="0" lang="en-HK" sz="4400" spc="-1" strike="noStrike">
              <a:latin typeface="Arial"/>
            </a:endParaRPr>
          </a:p>
        </p:txBody>
      </p:sp>
      <p:sp>
        <p:nvSpPr>
          <p:cNvPr id="287" name="PlaceHolder 2"/>
          <p:cNvSpPr>
            <a:spLocks noGrp="1"/>
          </p:cNvSpPr>
          <p:nvPr>
            <p:ph/>
          </p:nvPr>
        </p:nvSpPr>
        <p:spPr>
          <a:xfrm>
            <a:off x="1365480" y="2290320"/>
            <a:ext cx="3128400" cy="2302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288" name="PlaceHolder 3"/>
          <p:cNvSpPr>
            <a:spLocks noGrp="1"/>
          </p:cNvSpPr>
          <p:nvPr>
            <p:ph/>
          </p:nvPr>
        </p:nvSpPr>
        <p:spPr>
          <a:xfrm>
            <a:off x="4648320" y="1200240"/>
            <a:ext cx="4036320" cy="3392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457200" indent="-406440">
              <a:lnSpc>
                <a:spcPct val="100000"/>
              </a:lnSpc>
              <a:buClr>
                <a:srgbClr val="000000"/>
              </a:buClr>
              <a:buFont typeface="Roboto Light"/>
              <a:buChar char="•"/>
            </a:pPr>
            <a:r>
              <a:rPr b="0" lang="en" sz="2800" spc="-1" strike="noStrike">
                <a:solidFill>
                  <a:srgbClr val="000000"/>
                </a:solidFill>
                <a:latin typeface="Roboto Light"/>
                <a:ea typeface="Roboto Light"/>
              </a:rPr>
              <a:t>Helps students identify &amp; examine different parts of the reading</a:t>
            </a:r>
            <a:endParaRPr b="0" lang="en-HK" sz="2800" spc="-1" strike="noStrike">
              <a:latin typeface="Arial"/>
            </a:endParaRPr>
          </a:p>
          <a:p>
            <a:pPr marL="457200" indent="-406440">
              <a:lnSpc>
                <a:spcPct val="100000"/>
              </a:lnSpc>
              <a:buClr>
                <a:srgbClr val="000000"/>
              </a:buClr>
              <a:buFont typeface="Roboto Light"/>
              <a:buChar char="•"/>
            </a:pPr>
            <a:r>
              <a:rPr b="0" lang="en" sz="2800" spc="-1" strike="noStrike">
                <a:solidFill>
                  <a:srgbClr val="000000"/>
                </a:solidFill>
                <a:latin typeface="Roboto Light"/>
                <a:ea typeface="Roboto Light"/>
              </a:rPr>
              <a:t>Non-fiction and fiction</a:t>
            </a:r>
            <a:endParaRPr b="0" lang="en-HK" sz="2800" spc="-1" strike="noStrike">
              <a:latin typeface="Arial"/>
            </a:endParaRPr>
          </a:p>
          <a:p>
            <a:pPr marL="457200" indent="-406440">
              <a:lnSpc>
                <a:spcPct val="100000"/>
              </a:lnSpc>
              <a:buClr>
                <a:srgbClr val="000000"/>
              </a:buClr>
              <a:buFont typeface="Roboto Light"/>
              <a:buChar char="•"/>
            </a:pPr>
            <a:r>
              <a:rPr b="0" lang="en" sz="2800" spc="-1" strike="noStrike">
                <a:solidFill>
                  <a:srgbClr val="000000"/>
                </a:solidFill>
                <a:latin typeface="Roboto Light"/>
                <a:ea typeface="Roboto Light"/>
              </a:rPr>
              <a:t>Learn to summarize the reading</a:t>
            </a:r>
            <a:endParaRPr b="0" lang="en-HK" sz="2800" spc="-1" strike="noStrike">
              <a:latin typeface="Arial"/>
            </a:endParaRPr>
          </a:p>
        </p:txBody>
      </p:sp>
      <p:pic>
        <p:nvPicPr>
          <p:cNvPr id="289" name="Google Shape;501;p9" descr=""/>
          <p:cNvPicPr/>
          <p:nvPr/>
        </p:nvPicPr>
        <p:blipFill>
          <a:blip r:embed="rId1"/>
          <a:stretch/>
        </p:blipFill>
        <p:spPr>
          <a:xfrm>
            <a:off x="386640" y="1200240"/>
            <a:ext cx="4036320" cy="31132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PlaceHolder 1"/>
          <p:cNvSpPr>
            <a:spLocks noGrp="1"/>
          </p:cNvSpPr>
          <p:nvPr>
            <p:ph type="title"/>
          </p:nvPr>
        </p:nvSpPr>
        <p:spPr>
          <a:xfrm>
            <a:off x="457200" y="205920"/>
            <a:ext cx="8227440" cy="8553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4400" spc="-1" strike="noStrike">
                <a:solidFill>
                  <a:srgbClr val="000000"/>
                </a:solidFill>
                <a:latin typeface="Roboto"/>
                <a:ea typeface="Roboto"/>
              </a:rPr>
              <a:t>Compare &amp; Contrast</a:t>
            </a:r>
            <a:endParaRPr b="0" lang="en-HK" sz="4400" spc="-1" strike="noStrike">
              <a:latin typeface="Arial"/>
            </a:endParaRPr>
          </a:p>
        </p:txBody>
      </p:sp>
      <p:sp>
        <p:nvSpPr>
          <p:cNvPr id="291" name="PlaceHolder 2"/>
          <p:cNvSpPr>
            <a:spLocks noGrp="1"/>
          </p:cNvSpPr>
          <p:nvPr>
            <p:ph/>
          </p:nvPr>
        </p:nvSpPr>
        <p:spPr>
          <a:xfrm>
            <a:off x="457200" y="1200240"/>
            <a:ext cx="4672440" cy="3392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57200" indent="-431640">
              <a:lnSpc>
                <a:spcPct val="100000"/>
              </a:lnSpc>
              <a:buClr>
                <a:srgbClr val="000000"/>
              </a:buClr>
              <a:buFont typeface="Roboto Light"/>
              <a:buChar char="•"/>
            </a:pPr>
            <a:r>
              <a:rPr b="0" lang="en" sz="3200" spc="-1" strike="noStrike">
                <a:solidFill>
                  <a:srgbClr val="000000"/>
                </a:solidFill>
                <a:latin typeface="Roboto Light"/>
                <a:ea typeface="Roboto Light"/>
              </a:rPr>
              <a:t>How are they alike</a:t>
            </a:r>
            <a:endParaRPr b="0" lang="en-HK" sz="3200" spc="-1" strike="noStrike">
              <a:latin typeface="Arial"/>
            </a:endParaRPr>
          </a:p>
          <a:p>
            <a:pPr marL="457200" indent="-431640">
              <a:lnSpc>
                <a:spcPct val="100000"/>
              </a:lnSpc>
              <a:buClr>
                <a:srgbClr val="000000"/>
              </a:buClr>
              <a:buFont typeface="Roboto Light"/>
              <a:buChar char="•"/>
            </a:pPr>
            <a:r>
              <a:rPr b="0" lang="en" sz="3200" spc="-1" strike="noStrike">
                <a:solidFill>
                  <a:srgbClr val="000000"/>
                </a:solidFill>
                <a:latin typeface="Roboto Light"/>
                <a:ea typeface="Roboto Light"/>
              </a:rPr>
              <a:t>How are they </a:t>
            </a:r>
            <a:r>
              <a:rPr b="0" lang="en" sz="3200" spc="-1" strike="noStrike">
                <a:solidFill>
                  <a:srgbClr val="000000"/>
                </a:solidFill>
                <a:latin typeface="Roboto Light"/>
                <a:ea typeface="Roboto Light"/>
              </a:rPr>
              <a:t>different</a:t>
            </a:r>
            <a:endParaRPr b="0" lang="en-HK" sz="3200" spc="-1" strike="noStrike">
              <a:latin typeface="Arial"/>
            </a:endParaRPr>
          </a:p>
          <a:p>
            <a:pPr marL="457200" indent="-431640">
              <a:lnSpc>
                <a:spcPct val="100000"/>
              </a:lnSpc>
              <a:buClr>
                <a:srgbClr val="000000"/>
              </a:buClr>
              <a:buFont typeface="Roboto Light"/>
              <a:buChar char="•"/>
            </a:pPr>
            <a:r>
              <a:rPr b="0" lang="en" sz="3200" spc="-1" strike="noStrike">
                <a:solidFill>
                  <a:srgbClr val="000000"/>
                </a:solidFill>
                <a:latin typeface="Roboto Light"/>
                <a:ea typeface="Roboto Light"/>
              </a:rPr>
              <a:t>Where circles </a:t>
            </a:r>
            <a:r>
              <a:rPr b="0" lang="en" sz="3200" spc="-1" strike="noStrike">
                <a:solidFill>
                  <a:srgbClr val="000000"/>
                </a:solidFill>
                <a:latin typeface="Roboto Light"/>
                <a:ea typeface="Roboto Light"/>
              </a:rPr>
              <a:t>overlap, </a:t>
            </a:r>
            <a:endParaRPr b="0" lang="en-HK" sz="3200" spc="-1" strike="noStrike">
              <a:latin typeface="Arial"/>
            </a:endParaRPr>
          </a:p>
          <a:p>
            <a:pPr marL="457200">
              <a:lnSpc>
                <a:spcPct val="100000"/>
              </a:lnSpc>
              <a:spcBef>
                <a:spcPts val="641"/>
              </a:spcBef>
              <a:buNone/>
              <a:tabLst>
                <a:tab algn="l" pos="0"/>
              </a:tabLst>
            </a:pPr>
            <a:r>
              <a:rPr b="0" lang="en" sz="3200" spc="-1" strike="noStrike">
                <a:solidFill>
                  <a:srgbClr val="000000"/>
                </a:solidFill>
                <a:latin typeface="Roboto Light"/>
                <a:ea typeface="Roboto Light"/>
              </a:rPr>
              <a:t>similarities</a:t>
            </a:r>
            <a:endParaRPr b="0" lang="en-HK" sz="3200" spc="-1" strike="noStrike">
              <a:latin typeface="Arial"/>
            </a:endParaRPr>
          </a:p>
          <a:p>
            <a:pPr marL="457200" indent="-43164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Roboto Light"/>
              <a:buChar char="•"/>
              <a:tabLst>
                <a:tab algn="l" pos="0"/>
              </a:tabLst>
            </a:pPr>
            <a:r>
              <a:rPr b="0" lang="en" sz="3200" spc="-1" strike="noStrike">
                <a:solidFill>
                  <a:srgbClr val="000000"/>
                </a:solidFill>
                <a:latin typeface="Roboto Light"/>
                <a:ea typeface="Roboto Light"/>
              </a:rPr>
              <a:t>Venn Diagram</a:t>
            </a:r>
            <a:endParaRPr b="0" lang="en-HK" sz="3200" spc="-1" strike="noStrike">
              <a:latin typeface="Arial"/>
            </a:endParaRPr>
          </a:p>
        </p:txBody>
      </p:sp>
      <p:pic>
        <p:nvPicPr>
          <p:cNvPr id="292" name="Google Shape;508;p10" descr=""/>
          <p:cNvPicPr/>
          <p:nvPr/>
        </p:nvPicPr>
        <p:blipFill>
          <a:blip r:embed="rId1"/>
          <a:stretch/>
        </p:blipFill>
        <p:spPr>
          <a:xfrm>
            <a:off x="4752720" y="953280"/>
            <a:ext cx="4389120" cy="33922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34343"/>
      </a:dk2>
      <a:lt2>
        <a:srgbClr val="999999"/>
      </a:lt2>
      <a:accent1>
        <a:srgbClr val="212d74"/>
      </a:accent1>
      <a:accent2>
        <a:srgbClr val="3949ab"/>
      </a:accent2>
      <a:accent3>
        <a:srgbClr val="9c254d"/>
      </a:accent3>
      <a:accent4>
        <a:srgbClr val="d23369"/>
      </a:accent4>
      <a:accent5>
        <a:srgbClr val="f06292"/>
      </a:accent5>
      <a:accent6>
        <a:srgbClr val="7890cd"/>
      </a:accent6>
      <a:hlink>
        <a:srgbClr val="f06292"/>
      </a:hlink>
      <a:folHlink>
        <a:srgbClr val="f0629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34343"/>
      </a:dk2>
      <a:lt2>
        <a:srgbClr val="999999"/>
      </a:lt2>
      <a:accent1>
        <a:srgbClr val="212d74"/>
      </a:accent1>
      <a:accent2>
        <a:srgbClr val="3949ab"/>
      </a:accent2>
      <a:accent3>
        <a:srgbClr val="9c254d"/>
      </a:accent3>
      <a:accent4>
        <a:srgbClr val="d23369"/>
      </a:accent4>
      <a:accent5>
        <a:srgbClr val="f06292"/>
      </a:accent5>
      <a:accent6>
        <a:srgbClr val="7890cd"/>
      </a:accent6>
      <a:hlink>
        <a:srgbClr val="f06292"/>
      </a:hlink>
      <a:folHlink>
        <a:srgbClr val="f0629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34343"/>
      </a:dk2>
      <a:lt2>
        <a:srgbClr val="999999"/>
      </a:lt2>
      <a:accent1>
        <a:srgbClr val="212d74"/>
      </a:accent1>
      <a:accent2>
        <a:srgbClr val="3949ab"/>
      </a:accent2>
      <a:accent3>
        <a:srgbClr val="9c254d"/>
      </a:accent3>
      <a:accent4>
        <a:srgbClr val="d23369"/>
      </a:accent4>
      <a:accent5>
        <a:srgbClr val="f06292"/>
      </a:accent5>
      <a:accent6>
        <a:srgbClr val="7890cd"/>
      </a:accent6>
      <a:hlink>
        <a:srgbClr val="f06292"/>
      </a:hlink>
      <a:folHlink>
        <a:srgbClr val="f0629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34343"/>
      </a:dk2>
      <a:lt2>
        <a:srgbClr val="999999"/>
      </a:lt2>
      <a:accent1>
        <a:srgbClr val="212d74"/>
      </a:accent1>
      <a:accent2>
        <a:srgbClr val="3949ab"/>
      </a:accent2>
      <a:accent3>
        <a:srgbClr val="9c254d"/>
      </a:accent3>
      <a:accent4>
        <a:srgbClr val="d23369"/>
      </a:accent4>
      <a:accent5>
        <a:srgbClr val="f06292"/>
      </a:accent5>
      <a:accent6>
        <a:srgbClr val="7890cd"/>
      </a:accent6>
      <a:hlink>
        <a:srgbClr val="f06292"/>
      </a:hlink>
      <a:folHlink>
        <a:srgbClr val="f0629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34343"/>
      </a:dk2>
      <a:lt2>
        <a:srgbClr val="999999"/>
      </a:lt2>
      <a:accent1>
        <a:srgbClr val="212d74"/>
      </a:accent1>
      <a:accent2>
        <a:srgbClr val="3949ab"/>
      </a:accent2>
      <a:accent3>
        <a:srgbClr val="9c254d"/>
      </a:accent3>
      <a:accent4>
        <a:srgbClr val="d23369"/>
      </a:accent4>
      <a:accent5>
        <a:srgbClr val="f06292"/>
      </a:accent5>
      <a:accent6>
        <a:srgbClr val="7890cd"/>
      </a:accent6>
      <a:hlink>
        <a:srgbClr val="f06292"/>
      </a:hlink>
      <a:folHlink>
        <a:srgbClr val="f0629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Vanessa</dc:creator>
  <dc:description/>
  <dc:language>en-HK</dc:language>
  <cp:lastModifiedBy/>
  <dcterms:modified xsi:type="dcterms:W3CDTF">2024-02-07T22:05:23Z</dcterms:modified>
  <cp:revision>5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10</vt:i4>
  </property>
  <property fmtid="{D5CDD505-2E9C-101B-9397-08002B2CF9AE}" pid="3" name="PresentationFormat">
    <vt:lpwstr>全屏显示(16:9)</vt:lpwstr>
  </property>
  <property fmtid="{D5CDD505-2E9C-101B-9397-08002B2CF9AE}" pid="4" name="Slides">
    <vt:i4>10</vt:i4>
  </property>
</Properties>
</file>