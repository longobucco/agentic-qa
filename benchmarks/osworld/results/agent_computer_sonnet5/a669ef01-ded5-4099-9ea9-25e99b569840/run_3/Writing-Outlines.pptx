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259B6F1-3720-4BF3-B8C7-CFB7A40F905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3D6B21-F384-4319-8FED-C1DA44DE35B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59EE8CC-7663-4227-8DEE-53169F73F0B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5C674E-0F21-457C-8EC6-92D2986EDD7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7883702-4E89-407B-A6E6-0410AFDA7BF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D72CA32-A626-4E59-AA29-F70322C81EA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212F53A-1B30-4E37-B7EB-EDA3DB09D07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787AB4-A3F9-480B-8F63-F9009436223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E38F59-E6B5-4FCD-B233-CAD3F67A45B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A4FE2C-7D0C-4871-BC57-02CCA1E2F02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5AC2EEA-728D-41B8-977F-7EE08D42744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DABBA34-5B5B-432B-9A44-8BA1B5D701F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18EBB1-40D7-47E5-AB8A-866EC2E14277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10C675-144B-449E-9D2F-E11E1C52FBB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718E96-9B39-4AA7-AC5B-F20BD6D5080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A8FA4F-3C95-4887-879F-B9B62586F8E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107409-7DEF-4463-B4E3-A08E668CE1C7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446FB3-8BD7-41B0-AE63-23298E70E2F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4B516E-8B84-46B2-9621-B4EDB9094B59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23DCDB-E1AE-4531-BD81-AABA376AAA5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54B17D-4F46-49BC-9751-EFA8C168F48E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4AE984-CE7B-4024-AC7E-F1C21B9FF36C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6E11C5-F4B1-46DC-9F99-57D3FB4E5D20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B3869C-6C70-45D8-B8B4-F7F99BF69A2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97C249-4613-4EB5-BBDE-AB4D4B8838D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6513529-3151-4B84-AF42-165DF0DF48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A7B3993-EFDC-4659-974E-4BBFD8184D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7496168-BF54-40D9-82BE-87BC21205C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A4AFD7C-6B13-4FCE-8881-2029D4C91D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3B72354-6083-4522-BA40-0D51D5171A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8AE4BFE-D86C-4C56-809D-2D4703B8A9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1549ABA-D6DF-4C88-8F42-569F9174CE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11C9AF1-CEB0-43B9-8220-528F907A84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715ED92-A985-43B3-9E0A-8CCD727C89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F463CF7-E44F-4F14-BE6F-B37F79B223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CA9CF36-2B92-4859-A0F7-8B1CAE048D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060A61-7651-470C-A8B3-EFAF7ED2EA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CB10C-9020-4A1A-BA8C-7B085B39C66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0D7A4C-2F5A-47F6-934D-45E0E979785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2B3E03-6322-4B36-9174-2811B3765ADE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810187-FD20-448F-96B7-B8BC90234E5E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873746-044A-4BD4-A3DA-12590F81D8D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EA894-1CA4-4FAE-A72D-72B9099E2837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10924-F7C0-4485-AAE3-6CD9ECB3FEEF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011947-863A-4C5D-B88D-86138C0D1602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01AEA0-A135-4B44-BBDC-B058950A581A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F34EB-3BC2-4226-8D40-281C1C7BEBDE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1E5D14-C641-4EC5-B6F3-78780BD88366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37FE33-268F-4159-83E1-5CB3BDE43975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B92B9C3-55E3-4819-9884-8E2D73CF6F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3CBA1FE-E9C7-459B-8497-643CC99625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E1851E-7D8A-44A8-A85C-9AE6EDFB40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19404A-2DFF-4429-BA30-4F48CEE350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09AB9D-631B-449D-A8ED-48D629B0B2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5E95FBB-8458-4649-AFFA-A943C23991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36F3869-D450-486F-AF73-5468CC9612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C96D276-8228-4915-B5EE-24B9CE9DE5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FF2F26-8EC3-4528-8F5F-64C920F66B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4F00118-434A-4695-90BC-C682E1D882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B7481A-E455-40D5-AC5B-A736EEDA0F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63F05C-A644-44A8-ABC4-66AE5BB6A2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920" y="0"/>
            <a:ext cx="3043080" cy="2030400"/>
            <a:chOff x="6100920" y="0"/>
            <a:chExt cx="304308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2680" cy="1012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0720" y="0"/>
              <a:ext cx="1012680" cy="101268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240" y="25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920" y="2520"/>
              <a:ext cx="1012680" cy="101268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1320" y="10177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BBD1A32-CC1A-4324-BC1C-1CCAC3FF914D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5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1FD8803-4EF1-4774-991E-4A6282E81105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082BC13-F8AD-47A1-9CE9-9C8EAD87B26C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320"/>
            <a:chOff x="0" y="3903840"/>
            <a:chExt cx="9144000" cy="123732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83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6760" cy="9853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7240" y="3906360"/>
              <a:ext cx="986760" cy="98532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480" cy="2494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21E205F-9B18-4824-8D53-E671B92FE785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3B24B81-2D77-477A-A114-EA92DF936249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52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25840" y="2481480"/>
            <a:ext cx="1449720" cy="232164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8800" cy="2031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440" cy="35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8760" cy="51912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2800" cy="198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0840" cy="131832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US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6640" y="1719360"/>
            <a:ext cx="2954880" cy="3294720"/>
            <a:chOff x="6416640" y="1719360"/>
            <a:chExt cx="2954880" cy="329472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320" y="2761920"/>
              <a:ext cx="3181680" cy="120924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040" y="2658600"/>
              <a:ext cx="2727000" cy="120276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200" y="3062160"/>
              <a:ext cx="157536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US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320" y="127440"/>
            <a:ext cx="3290040" cy="3219480"/>
            <a:chOff x="5089320" y="127440"/>
            <a:chExt cx="3290040" cy="321948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200" y="495360"/>
              <a:ext cx="2185920" cy="248328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8960" y="779400"/>
              <a:ext cx="1787760" cy="218340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360" cy="56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120" y="1884240"/>
            <a:ext cx="3421080" cy="3117960"/>
            <a:chOff x="4191120" y="1884240"/>
            <a:chExt cx="3421080" cy="311796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040" y="1938960"/>
              <a:ext cx="1622520" cy="304308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7880" y="1988280"/>
              <a:ext cx="1573200" cy="254808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00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8976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396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US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US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246" name="Google Shape;434;p3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5800" cy="42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796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200" y="410040"/>
            <a:ext cx="3311640" cy="157392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15040" y="1641960"/>
            <a:ext cx="1449720" cy="23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520" cy="415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US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0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772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0640" cy="259056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28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2800" cy="12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60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56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32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00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799880" cy="31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560" cy="425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040" cy="23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5960" cy="339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5960" cy="31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08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different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overlap, </a:t>
            </a:r>
            <a:endParaRPr b="0" lang="en-US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8760" cy="33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2026-09-09T02:59:06Z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