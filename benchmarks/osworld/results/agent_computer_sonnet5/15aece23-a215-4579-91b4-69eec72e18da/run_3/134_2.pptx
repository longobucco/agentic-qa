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6D30B5-4436-40C9-915F-14B0379E6F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C750E0-1E26-4D40-95CF-0313E48C7D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7130FA5-309E-4CB0-B7CE-C86318D36C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39BB2D-B148-4580-A390-85C4810C21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99CAF0-30CB-4D8E-B8AF-C1C10247C1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33542A-4DB3-43BC-8B69-5407ECED2C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854215-F214-4185-8411-760735398C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438E91-3D3E-430E-B395-2CD6AF790A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3872F9-F398-4ED8-B369-E13BDF0652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9BFBBE-2E89-487F-99E9-FD8965F645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A0EA44-D07D-47FF-890F-CFAE20FC9B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6F3DC2-568F-40A3-91AA-8A38B80F00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16D7DA-776B-4471-A64A-F76744BEF31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571500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Product Comparison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45" name="Table 3"/>
          <p:cNvGraphicFramePr/>
          <p:nvPr/>
        </p:nvGraphicFramePr>
        <p:xfrm>
          <a:off x="628560" y="1825560"/>
          <a:ext cx="7886160" cy="2353680"/>
        </p:xfrm>
        <a:graphic>
          <a:graphicData uri="http://schemas.openxmlformats.org/drawingml/2006/table">
            <a:tbl>
              <a:tblPr/>
              <a:tblGrid>
                <a:gridCol w="3943080"/>
                <a:gridCol w="394344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Smartphone (Apple iPhone 13)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Laptop (Dell XPS 13)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Smartwatch (Apple Watch Series 7)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Headphones (Sony WH-1000XM4)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Camera (Canon EOS R5)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Television (Samsung QLED Q90T)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Gaming Console (PlayStation 5)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Fitness Tracker (Fitbit Charge 4)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Wireless Earbuds (AirPods Pro)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Tablet (iPad Pro)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2026-09-07T13:37:52Z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