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92DF1B-CD9D-4057-894F-192E57BD2E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92A93C-0ADB-4C50-A207-AC338F0B4C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8571C11-F123-4021-8D35-4CF762676F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819839-AB58-4325-B136-394202041D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89F480-333B-4682-9F75-E11D5BB792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37B85F-7C4D-44B3-9529-89259D6B5E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D53330-EC0A-43D3-8DDF-A0C3197B6E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E8AB95-71E1-4AF6-9FCF-05C8E3B531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540E42-EC2A-408E-A11A-839B9FF216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A4D021-9C35-43AB-A8E6-60EF50B357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78946B-AFBE-4C92-8269-8259AAE3E39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0DD40D-9ADC-43D2-9EFC-C6A75D6C2F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F14F9A-84ED-4A28-8540-2D9645CAAFA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571500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Product Comparison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5" name="Table 3"/>
          <p:cNvGraphicFramePr/>
          <p:nvPr/>
        </p:nvGraphicFramePr>
        <p:xfrm>
          <a:off x="628560" y="1825560"/>
          <a:ext cx="7886160" cy="2353680"/>
        </p:xfrm>
        <a:graphic>
          <a:graphicData uri="http://schemas.openxmlformats.org/drawingml/2006/table">
            <a:tbl>
              <a:tblPr/>
              <a:tblGrid>
                <a:gridCol w="3943080"/>
                <a:gridCol w="394344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Smartphone (Apple iPhone 13)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Laptop (Dell XPS 13)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Smartwatch (Apple Watch Series 7)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Headphones (Sony WH-1000XM4)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622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Camera (Canon EOS R5)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Television (Samsung QLED Q90T)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Gaming Console (PlayStation 5)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Fitness Tracker (Fitbit Charge 4)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Wireless Earbuds (AirPods Pro)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Tablet (iPad Pro)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2026-09-07T13:35:40Z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