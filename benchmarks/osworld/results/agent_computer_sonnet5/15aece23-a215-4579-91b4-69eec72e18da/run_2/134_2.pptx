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66B5F04-0477-4E67-885D-58AD1DF2FC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7686C9A-C682-40F5-9AC6-F5C7F69163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C5BF883-5108-49C7-A4AE-53CDB6F8EFC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6778B5F-8E7F-41B3-8272-58F4521CFEB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92BF735-BDAC-4224-868A-3D21858E7F1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06AE850-9847-4B10-A1FA-2D9A66758B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5EE069B-9DA7-451D-B588-EB86ABC587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D20C039-1994-4D80-A517-5FD4F990F3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5F5FA87-7359-42BF-B045-A97FC401B0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AB329F2-5880-4E2F-A5FA-B8C43525B15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A4E5AB1-1E39-4861-8AEA-C3BBE3FF319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2717114-00AD-42E4-8FD7-1ECD8B7CDD4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ECA5180-6796-44EE-AF1B-79C7EEB6A5D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2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571500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Product Comparison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  <p:graphicFrame>
        <p:nvGraphicFramePr>
          <p:cNvPr id="45" name="Table 3"/>
          <p:cNvGraphicFramePr/>
          <p:nvPr/>
        </p:nvGraphicFramePr>
        <p:xfrm>
          <a:off x="628560" y="1825560"/>
          <a:ext cx="7886160" cy="2353680"/>
        </p:xfrm>
        <a:graphic>
          <a:graphicData uri="http://schemas.openxmlformats.org/drawingml/2006/table">
            <a:tbl>
              <a:tblPr/>
              <a:tblGrid>
                <a:gridCol w="3943080"/>
                <a:gridCol w="3943440"/>
              </a:tblGrid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Smartphone (Apple iPhone 13)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Laptop (Dell XPS 13)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Smartwatch (Apple Watch Series 7)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Headphones (Sony WH-1000XM4)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Camera (Canon EOS R5)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Television (Samsung QLED Q90T)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Gaming Console (PlayStation 5)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Fitness Tracker (Fitbit Charge 4)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Wireless Earbuds (AirPods Pro)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Tablet (iPad Pro)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2026-09-07T13:36:48Z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