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1803424-2A24-4828-9D21-E38137E5742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Should You Consider Studying Abroad?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9F6F89-A92C-46AC-A26D-33E35371BB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C716CB-7795-433F-A5B7-972D0695AF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A8526F-418D-42AB-B280-44383126D9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343632-D991-423D-98B6-3549D91FA4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A99774-D187-4337-A7F9-E98EA80D3E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994DA0-7D5D-41C3-AD74-4ADC8AF6A3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8D9444-2FA2-41BA-9362-9EB68DAA77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BDC5E5-1222-4593-9F7E-A881619198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785CF0-9895-4FCC-ADF1-A3493C25AA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B48474-2968-4C77-8458-05D200035D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5C82CD-B878-4722-81CA-4A259334D3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6756D8-FD3F-4DA3-852D-F0B0BD0719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C026E3-EAF3-40DF-A36B-21D124FC64C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"/>
              </a:rPr>
              <a:t>Should You Consider Studying Abroad?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9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1798920" cy="10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2026-09-06T03:57:22Z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