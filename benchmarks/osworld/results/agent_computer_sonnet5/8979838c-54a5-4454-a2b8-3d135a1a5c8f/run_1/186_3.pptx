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881D7E2-5BE0-4E11-B5BE-90D66721F47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Should You Consider Studying Abroad?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808E93-FEE0-4FA4-94F1-39EA6322C3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517E1D-EFE3-4356-97F1-B3151F1BCD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2D60EB-FDCC-424B-92C5-6AC15F987D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F17226-E172-48F4-BD0D-9818744522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5E31D0-99B5-44FC-AA87-B7881BCA8E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C3C493-CF06-4E6C-BE1A-5D15A9E2FB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8FF5F2-2E3A-46BC-861B-1B05119DC2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103A66-4DDC-4A60-BB41-80FA69B21D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13A44C-C4B2-4C24-AB9A-33042DA9A3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9D912A-018F-4675-BA24-0FB4D16727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9E0994-B8B9-4B8D-98E4-8AEB2A325E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2D8966-5FB6-4CBF-B80C-FCCE9F1F54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B971E0-11BA-470E-8EE7-B383B06E7FE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"/>
              </a:rPr>
              <a:t>Should You Consider Studying Abroad?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9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1798920" cy="10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2026-09-06T03:55:54Z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