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move the slide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Click to edit the notes 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4ABEF369-6F86-409B-BE4C-02D855BAE241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Should You Consider Studying Abroad?</a:t>
            </a:r>
            <a:endParaRPr b="0" lang="en-US" sz="2000" spc="-1" strike="noStrike"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185653C-253A-4E2F-BF72-7F314DE7B87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3B04BD9-4289-4E0F-BFB1-45AA822454E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126E07A-E167-4E58-A91C-214C85F986E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8B14306-8794-4291-9B0F-8F92861546B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8822747-5520-4B69-92D0-A208950AED9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419600A-5E41-490D-91A0-00FE19C6689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6CC09B0-E576-4199-AB2C-C2C14A22983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3540F48-994F-469C-B0A6-35D9500A577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C116319-1E7F-4389-92DF-937A3F6421E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E830A79-8ABB-474A-B732-0BB31DC1BD4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4189379-88A3-413E-A126-CB348793A0D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F54CD09-2A59-4EFE-A933-70A5F468F76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HK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HK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D381FE2-97BA-4372-9723-F5392D5DD744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8000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4400" spc="-1" strike="noStrike" u="sng">
                <a:solidFill>
                  <a:srgbClr val="000000"/>
                </a:solidFill>
                <a:uFillTx/>
                <a:latin typeface="Calibri"/>
              </a:rPr>
              <a:t>Should You Consider Studying Abroad?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3200" spc="-1" strike="noStrike">
              <a:latin typeface="Arial"/>
            </a:endParaRPr>
          </a:p>
        </p:txBody>
      </p:sp>
      <p:pic>
        <p:nvPicPr>
          <p:cNvPr id="49" name="Picture 3" descr="none.png"/>
          <p:cNvPicPr/>
          <p:nvPr/>
        </p:nvPicPr>
        <p:blipFill>
          <a:blip r:embed="rId1"/>
          <a:stretch/>
        </p:blipFill>
        <p:spPr>
          <a:xfrm>
            <a:off x="628560" y="4029120"/>
            <a:ext cx="1798920" cy="1078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LibreOffice/7.3.7.2$Linux_X86_64 LibreOffice_project/30$Build-2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en-HK</dc:language>
  <cp:lastModifiedBy/>
  <dcterms:modified xsi:type="dcterms:W3CDTF">2026-09-06T03:59:04Z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