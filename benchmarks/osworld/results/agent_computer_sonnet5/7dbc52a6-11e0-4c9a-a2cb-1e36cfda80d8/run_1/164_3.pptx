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51E5A8C-4A96-4341-BA08-496D7854642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Team Members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E32AC6-F64A-498D-9F83-6157458742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78F903-1913-4E10-83B3-379C67AB5A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1AD03E-C55D-4E7E-87B1-EB993877F1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9F00B1-F3CD-4976-8319-4604FF8603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56755C-4D30-4A96-923F-5E8C98D1E9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12AD12-8DB4-4725-84A9-7B2266635E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ED901B-77C7-4EAE-885F-AA2843A192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D33702-0FB3-4EE2-B04D-94A40FDAD7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926D8F-AC79-4C87-946B-349D6F34AA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3525F1-1DD8-4D0F-A1BC-DD84A8A625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5CACCA-2589-4A8E-9D90-45DE3E4076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AC2CB3-EF3D-478C-B028-B7601335BE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A3C644-2006-44F3-9CA2-A2E6BDC1B5B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"/>
              </a:rPr>
              <a:t>Team Members</a:t>
            </a:r>
            <a:endParaRPr b="1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51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23392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2026-09-06T02:31:00Z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