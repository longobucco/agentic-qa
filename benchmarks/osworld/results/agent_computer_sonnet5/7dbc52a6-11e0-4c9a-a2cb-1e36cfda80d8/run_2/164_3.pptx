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5EEA15A-1194-4AD8-B501-D4924D52CCBD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Team Members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1D3E65C-D96B-4D98-B56E-F8D7279CD3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CD6D4C7-FCCE-46E2-89A0-B85FF80AB1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CD8FEB5-7E7D-4841-B3F1-42AF5959F2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4934E42-BAFB-4C3F-AEBF-BAD70ACBF79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3AC0B0D-8E7F-4C10-BEE4-6193623EB7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3D59C01-703D-47F0-B177-BF3C04DC14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2B7CB6-6FE3-4BE8-8F7D-A1A48DAE43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BED77FF-6FB3-4962-92EA-46EDC797FA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A8E5F6D-1C53-40FF-A764-046D547D23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96F7C9-779A-4AA3-A624-1F0CA65511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16074D6-1EB8-428B-9CED-72A29404045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235CD45-A089-49E7-A664-B947BD9DE7D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8DD0435-4853-46AD-965E-DC60E7ADF49F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"/>
              </a:rPr>
              <a:t>Team Members</a:t>
            </a:r>
            <a:endParaRPr b="1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  <p:pic>
        <p:nvPicPr>
          <p:cNvPr id="51" name="Picture 3" descr="none.png"/>
          <p:cNvPicPr/>
          <p:nvPr/>
        </p:nvPicPr>
        <p:blipFill>
          <a:blip r:embed="rId1"/>
          <a:stretch/>
        </p:blipFill>
        <p:spPr>
          <a:xfrm>
            <a:off x="628560" y="4029120"/>
            <a:ext cx="2339280" cy="215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2026-09-06T02:32:19Z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