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6935570-E603-4BAF-BFD7-C5BB9A5309D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Team Members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52BE53-D475-44AD-9BB0-4551F028EA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34E5357-2F68-4285-B07C-90AEE17B5E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D7AC50-305F-40B7-8BA3-558E144C75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C90E71-8F39-4F1A-8F0A-1848D0126A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3295B9-4268-4F80-8437-504433E681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7646E5-6C15-4C4B-8B31-45252CD3CB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4F9F13-65BD-4188-9F0D-B060FF559D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7D14A3-BE22-4227-98AB-47E9236CD7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DD26E1-3FBE-4AD0-ADAE-0C4358EABE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AE0925-9E83-4A13-BFB0-6660E12377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4F2444-2BC9-45FA-8415-CF722D3235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D986EE-F23D-48CD-AF23-1D2DECAAC3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D95861-E5EC-4C64-B93E-637567D49F5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"/>
              </a:rPr>
              <a:t>Team Members</a:t>
            </a:r>
            <a:endParaRPr b="1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51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23392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2026-09-06T02:33:40Z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