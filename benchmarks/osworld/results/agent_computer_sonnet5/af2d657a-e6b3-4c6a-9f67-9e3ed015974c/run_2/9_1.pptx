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B91782-7090-4FB7-98AE-13354147D1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121191-2BD2-46A7-8037-9222730843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DC7900-EEF7-493F-BBB0-3A1D3AF3D0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4AD5E3-B483-4E2D-B875-93D8673333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AC6D73-E3A7-4E36-BBAE-6556B4F809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73E00D-FB56-4BF5-BB30-3D82879402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6F0A29-214C-4614-93C7-6C1781D8F7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6F8FE9-4261-4104-912D-2F30D1556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107F62-5AC7-46B5-9DC2-571A997F39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8C4A02-8013-4BCA-8EB7-6DF740DCA4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77ABAF-0CA8-4544-BD2B-F104997FD0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096CC9-E804-4E97-AA1A-7B3BEBAE05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3BBCC1-99E3-4BA4-A077-CBD93927155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Microsoft JhengHei"/>
              </a:rPr>
              <a:t>Happy Family</a:t>
            </a:r>
            <a:endParaRPr b="0" lang="en-US" sz="1800" spc="-1" strike="noStrike">
              <a:latin typeface="Microsoft JhengHe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2026-09-06T11:14:56Z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