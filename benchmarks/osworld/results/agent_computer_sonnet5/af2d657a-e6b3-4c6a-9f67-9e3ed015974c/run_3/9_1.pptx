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474C82-6556-4C61-92C5-2AF5B5E8EC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2EB977-8798-48F8-9D2A-A4303D066F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462C74-3803-4635-99DE-01B1D2DD7E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986F7D-88CB-4604-8760-BDC50463AD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C1D70A-EB8F-4B9B-BECF-24D5849B19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4EB1FF-1B35-4FA6-94C9-FF4E34CA58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6CD1EE-E1C7-4FBA-B853-B9AA56486E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EFF3CC-DF38-45CC-8AF6-A18BAA7CB5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9053AC-115B-46F4-9716-8701D28313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BA41BE-425E-4CAC-9ADC-C12EEEFA13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631412-4A0B-4FFF-8030-54D065D051A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90FBF7-5B8C-47E2-B3D6-0B1D81D022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14909A-4774-4D79-9060-8818461F237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Microsoft JhengHei"/>
              </a:rPr>
              <a:t>Happy Family</a:t>
            </a:r>
            <a:endParaRPr b="0" lang="en-US" sz="1800" spc="-1" strike="noStrike">
              <a:latin typeface="Microsoft JhengHe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2026-09-06T11:16:00Z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