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A73121-E301-4000-BE01-1EF78573E7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E2E0D5-6D9E-4C6C-A81E-9ECA06BCD6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C00126-4394-4624-891C-A81F4C3E7A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77E176-A8E4-4F76-9CA4-80A8C301D4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BE4745-B076-4813-B741-5C338971F4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D2B7C4-1168-40DF-8168-3FAEBE7C68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36C3A4-4464-4252-991B-AD5207B032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675FFD-82DE-483F-8910-6BD882E8DC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887AD9-2138-4FD5-BBDE-3E80BB29BF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B4179B-4C1E-48E4-BB01-2166D7AF7B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0FA42F-B282-4052-AD47-69085B1C0F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EAA70E-5586-4FC7-93E6-32FBE11A4E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24979B-D934-49E7-8A54-9123C56A10B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Microsoft JhengHei"/>
              </a:rPr>
              <a:t>Happy Family</a:t>
            </a:r>
            <a:endParaRPr b="0" lang="en-US" sz="1800" spc="-1" strike="noStrike">
              <a:latin typeface="Microsoft JhengHe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2026-09-06T11:13:47Z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