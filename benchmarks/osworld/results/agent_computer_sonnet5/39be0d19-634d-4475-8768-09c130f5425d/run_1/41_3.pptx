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5A97B30-6D7F-48BB-BBF6-091B305753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B8EEA33-56EE-4843-A253-8B0CBD10DB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99631D-9BBA-4A49-BABE-3822451F10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C9DBB97-AEED-48E4-B81A-4F288A8281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9AF9DF5-A544-448C-BA47-C27E0608D9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1853924-A998-4BA0-B0B6-EB527DB138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217B213-C687-45BF-B094-F5D396C2CA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2B0F46-5B84-4634-BDCA-A0AFE2A203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260FA93-7778-426C-B57F-2BB52DD83E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4F7CBAE-5C64-4459-A175-85DA0D773A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AEB60D3-3ABF-4463-A880-4CFF5ABFAE4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42E1D08-52DB-488E-9C3D-161B9DC5D5A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90CB2DF-5146-4D59-A995-54ED86906A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72405F5-631D-4ABC-BD0D-5DF2872B0D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D8662D4-3698-41B6-A2BD-8564467B03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4D4C02B-769C-452B-8559-AE619ECC82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F617E36-E5E7-4941-85E7-7B9536814D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3084636-8FD7-4A90-A562-8460130C50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0E84F06-FEF8-4CF7-BC0A-459F897FEB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62BC39D-D008-4449-B318-DDC7B0FA4A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6C35EC9-40AC-4509-80FC-BE400492C3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CA06CE1-6F94-4274-8A1E-E664D2A702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5178AA0-2E9C-46B6-B18C-33555F28792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95B421D-9FD7-4800-A948-02B8F38ADFB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7B04CB1-5D1C-4792-B8E0-DFFC050AB5FF}" type="slidenum">
              <a:rPr b="0" lang="en-HK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1615D0C-1188-4658-8747-C2926266AF45}" type="slidenum">
              <a:rPr b="0" lang="en-HK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 algn="ctr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solidFill>
                  <a:srgbClr val="000000"/>
                </a:solidFill>
                <a:latin typeface="Calibri"/>
                <a:ea typeface="Calibri"/>
              </a:rPr>
              <a:t>Our product is designed to meet the needs of our target market by providing a simple and efficient solution to their problem.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431640" y="360000"/>
            <a:ext cx="1548000" cy="154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HK" sz="4400" spc="-1" strike="noStrike">
                <a:latin typeface="Arial"/>
              </a:rPr>
              <a:t>Product Overview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HK" sz="4400" spc="-1" strike="noStrike">
                <a:latin typeface="Arial"/>
              </a:rPr>
              <a:t>Features</a:t>
            </a:r>
            <a:endParaRPr b="0" lang="en-US" sz="4400" spc="-1" strike="noStrike">
              <a:latin typeface="Arial"/>
            </a:endParaRPr>
          </a:p>
        </p:txBody>
      </p:sp>
      <p:graphicFrame>
        <p:nvGraphicFramePr>
          <p:cNvPr id="87" name=""/>
          <p:cNvGraphicFramePr/>
          <p:nvPr/>
        </p:nvGraphicFramePr>
        <p:xfrm>
          <a:off x="504000" y="1326600"/>
          <a:ext cx="9070920" cy="1823040"/>
        </p:xfrm>
        <a:graphic>
          <a:graphicData uri="http://schemas.openxmlformats.org/drawingml/2006/table">
            <a:tbl>
              <a:tblPr/>
              <a:tblGrid>
                <a:gridCol w="4535640"/>
                <a:gridCol w="4535640"/>
              </a:tblGrid>
              <a:tr h="36468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36468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6468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6468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64680"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en-HK</dc:language>
  <cp:lastModifiedBy/>
  <dcterms:modified xsi:type="dcterms:W3CDTF">2026-09-08T01:45:38Z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