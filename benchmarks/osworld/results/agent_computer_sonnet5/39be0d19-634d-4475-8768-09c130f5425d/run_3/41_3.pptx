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168948-3101-4F58-BC5F-41B8E85668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C38257-FBD6-4331-ACD2-41B812D5C9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2B9895-4083-4B72-8D77-54BB6E2464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5EEA30-1323-424A-95F1-D83A888338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565218-DDA8-4713-B55E-83F62A2E21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374EE1-1B4E-4C6A-A6EA-F3F6A59A70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F53648-51D8-4D5B-A769-3C0A470946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E0C97B-BE79-43E0-8B8E-EA0ECB1397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96F81B-0A0A-47CA-9896-1B376A9B5A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24E340-DCBE-4DC6-8581-3CA1D8DCAD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DD6BCF-E072-4635-B326-E3B763757C7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8521A3-4EB4-4642-80A1-9240B1EDCA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01D1F13-726F-45C0-A18D-9E397C53B7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C1D25CF-00BA-42C5-B307-99C8D2993D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6707BA7-BAF1-428C-B44E-0958CA24B6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F2726B-F9F4-4F2C-A663-B93A51B5A5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4040949-6E5A-4967-A207-BDE58BD166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AE1BE64-6182-4A10-B9D9-5631973235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7AD94F0-C238-461D-8C2F-33D3F2DDC3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CE3A545-2ED9-4CE3-A673-97C3F9B77C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6E1F83-4D6E-4D40-8E6A-A547625A1F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2EBA4EF-0DB8-424F-BC8C-8ED0B6434F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CB1C54F-F1D1-4673-A121-B868D62F32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1C30AEC-AC48-44A5-8A59-A7DF94ED63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27AE2F-047A-462D-8E08-C1FD524AF46F}" type="slidenum">
              <a:rPr b="0" lang="en-HK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967157-4413-4D2E-97B2-632D0078355A}" type="slidenum">
              <a:rPr b="0" lang="en-HK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 algn="ctr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rgbClr val="000000"/>
                </a:solidFill>
                <a:latin typeface="Calibri"/>
                <a:ea typeface="Calibri"/>
              </a:rPr>
              <a:t>Our product is designed to meet the needs of our target market by providing a simple and efficient solution to their problem.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431640" y="360000"/>
            <a:ext cx="1548000" cy="154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4400" spc="-1" strike="noStrike">
                <a:latin typeface="Arial"/>
              </a:rPr>
              <a:t>Product Overview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4400" spc="-1" strike="noStrike">
                <a:latin typeface="Arial"/>
              </a:rPr>
              <a:t>Features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87" name=""/>
          <p:cNvGraphicFramePr/>
          <p:nvPr/>
        </p:nvGraphicFramePr>
        <p:xfrm>
          <a:off x="504000" y="1326600"/>
          <a:ext cx="9070920" cy="1823040"/>
        </p:xfrm>
        <a:graphic>
          <a:graphicData uri="http://schemas.openxmlformats.org/drawingml/2006/table">
            <a:tbl>
              <a:tblPr/>
              <a:tblGrid>
                <a:gridCol w="4535640"/>
                <a:gridCol w="4535640"/>
              </a:tblGrid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en-HK</dc:language>
  <cp:lastModifiedBy/>
  <dcterms:modified xsi:type="dcterms:W3CDTF">2026-09-08T01:48:58Z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