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71E3F5-E12C-4144-BD0E-47F0F4FE13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37BD6F-861C-4349-BB7A-F2CB0FBED7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DC9194-997A-4FCB-8B4E-0380A849B1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214715-8E5D-4A1F-AFCE-B053513F84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A61218-3F8F-4476-9A22-48EBFBCFA2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DD71C1-0329-45C6-A6C1-89442AB13B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CB6E34-179D-411A-928C-80A4DFAC6F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F238BC-9E46-4C2B-BF71-2E0E6F77B3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14C191-1985-40DA-94B7-606DE404EF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36953A-FE95-4390-B5B1-18524470BA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E8BA71-D99B-4DCB-A57A-8EC4876DEE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8EFECD-08FE-4CF6-A0DE-C3318AEED0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33700D-1DB9-40C0-B920-277752054B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7D2295-0051-4E26-A1EF-7674A496D1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947F0F-2816-4D6B-8D63-2D283D9C91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6BE645-14F1-4BEA-A282-8F4D4451C6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7BA5BC4-FF75-4E76-9270-BA5521FB98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C12236-127F-4C29-88FF-BE15B356D8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CF8EEA-F74A-465C-A3D0-179B601F02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3201CE-41B5-4A9C-BC97-0C7B4764C9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F302A0-1DAF-4CCC-B6CF-61876DAEF9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CF3EDF-3E17-4CDE-88BF-6B99E12D5C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704F8D-5B07-46A0-91A6-BFC4C578B0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7284E8-4363-4F73-9C69-1A58A91DC2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C61B97-E975-4C59-B7AF-70018B5FCA4B}" type="slidenum">
              <a:rPr b="0" lang="en-HK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539C89-2D6B-4F2A-91B5-598352D9BDB5}" type="slidenum">
              <a:rPr b="0" lang="en-HK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Calibri"/>
              </a:rPr>
              <a:t>Our product is designed to meet the needs of our target market by providing a simple and efficient solution to their problem.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31640" y="360000"/>
            <a:ext cx="1548000" cy="15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Product Overview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Features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504000" y="1326600"/>
          <a:ext cx="9070920" cy="1823040"/>
        </p:xfrm>
        <a:graphic>
          <a:graphicData uri="http://schemas.openxmlformats.org/drawingml/2006/table">
            <a:tbl>
              <a:tblPr/>
              <a:tblGrid>
                <a:gridCol w="4535640"/>
                <a:gridCol w="4535640"/>
              </a:tblGrid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en-HK</dc:language>
  <cp:lastModifiedBy/>
  <dcterms:modified xsi:type="dcterms:W3CDTF">2026-09-08T01:47:08Z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