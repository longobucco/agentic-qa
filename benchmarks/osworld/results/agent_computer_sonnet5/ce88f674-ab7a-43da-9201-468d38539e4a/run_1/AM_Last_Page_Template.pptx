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customXml/item1.xml" ContentType="application/xml"/>
  <Override PartName="/customXml/itemProps1.xml" ContentType="application/vnd.openxmlformats-officedocument.customXmlProperties+xml"/>
  <Override PartName="/customXml/item2.xml" ContentType="application/xml"/>
  <Override PartName="/customXml/_rels/item3.xml.rels" ContentType="application/vnd.openxmlformats-package.relationships+xml"/>
  <Override PartName="/customXml/_rels/item2.xml.rels" ContentType="application/vnd.openxmlformats-package.relationships+xml"/>
  <Override PartName="/customXml/_rels/item1.xml.rels" ContentType="application/vnd.openxmlformats-package.relationships+xml"/>
  <Override PartName="/customXml/itemProps2.xml" ContentType="application/vnd.openxmlformats-officedocument.customXmlProperties+xml"/>
  <Override PartName="/customXml/item3.xml" ContentType="application/xml"/>
  <Override PartName="/customXml/itemProps3.xml" ContentType="application/vnd.openxmlformats-officedocument.customXml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media/image1.jpeg" ContentType="image/jpeg"/>
  <Override PartName="/ppt/presProps.xml" ContentType="application/vnd.openxmlformats-officedocument.presentationml.presProps+xml"/>
  <Override PartName="/ppt/slides/_rels/slide1.xml.rels" ContentType="application/vnd.openxmlformats-package.relationships+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customXml" Target="../customXml/item1.xml"/><Relationship Id="rId5" Type="http://schemas.openxmlformats.org/officeDocument/2006/relationships/customXml" Target="../customXml/item2.xml"/><Relationship Id="rId6" Type="http://schemas.openxmlformats.org/officeDocument/2006/relationships/customXml" Target="../customXml/item3.xml"/><Relationship Id="rId7"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7434263" cy="9948863"/>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40060C0D-1773-4F04-9E77-E17965ABE6F8}"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6" name="PlaceHolder 2"/>
          <p:cNvSpPr>
            <a:spLocks noGrp="1"/>
          </p:cNvSpPr>
          <p:nvPr>
            <p:ph type="subTitle"/>
          </p:nvPr>
        </p:nvSpPr>
        <p:spPr>
          <a:xfrm>
            <a:off x="371520" y="2327760"/>
            <a:ext cx="6690240" cy="57693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136A791-53E1-4CA4-AF03-C3774BB80255}"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8" name="PlaceHolder 2"/>
          <p:cNvSpPr>
            <a:spLocks noGrp="1"/>
          </p:cNvSpPr>
          <p:nvPr>
            <p:ph/>
          </p:nvPr>
        </p:nvSpPr>
        <p:spPr>
          <a:xfrm>
            <a:off x="371520" y="2327760"/>
            <a:ext cx="6690240" cy="5769360"/>
          </a:xfrm>
          <a:prstGeom prst="rect">
            <a:avLst/>
          </a:prstGeom>
          <a:noFill/>
          <a:ln w="0">
            <a:noFill/>
          </a:ln>
        </p:spPr>
        <p:txBody>
          <a:bodyPr lIns="0" rIns="0" tIns="0" bIns="0" anchor="t">
            <a:normAutofit/>
          </a:bodyPr>
          <a:p>
            <a:endParaRPr b="0" lang="en-US" sz="428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DEEC6662-8D58-4824-BF9E-C2133DF89C51}"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10" name="PlaceHolder 2"/>
          <p:cNvSpPr>
            <a:spLocks noGrp="1"/>
          </p:cNvSpPr>
          <p:nvPr>
            <p:ph/>
          </p:nvPr>
        </p:nvSpPr>
        <p:spPr>
          <a:xfrm>
            <a:off x="371520" y="2327760"/>
            <a:ext cx="3264480" cy="5769360"/>
          </a:xfrm>
          <a:prstGeom prst="rect">
            <a:avLst/>
          </a:prstGeom>
          <a:noFill/>
          <a:ln w="0">
            <a:noFill/>
          </a:ln>
        </p:spPr>
        <p:txBody>
          <a:bodyPr lIns="0" rIns="0" tIns="0" bIns="0" anchor="t">
            <a:normAutofit/>
          </a:bodyPr>
          <a:p>
            <a:endParaRPr b="0" lang="en-US" sz="4280" spc="-1" strike="noStrike">
              <a:latin typeface="Arial"/>
            </a:endParaRPr>
          </a:p>
        </p:txBody>
      </p:sp>
      <p:sp>
        <p:nvSpPr>
          <p:cNvPr id="11" name="PlaceHolder 3"/>
          <p:cNvSpPr>
            <a:spLocks noGrp="1"/>
          </p:cNvSpPr>
          <p:nvPr>
            <p:ph/>
          </p:nvPr>
        </p:nvSpPr>
        <p:spPr>
          <a:xfrm>
            <a:off x="3799440" y="2327760"/>
            <a:ext cx="3264480" cy="5769360"/>
          </a:xfrm>
          <a:prstGeom prst="rect">
            <a:avLst/>
          </a:prstGeom>
          <a:noFill/>
          <a:ln w="0">
            <a:noFill/>
          </a:ln>
        </p:spPr>
        <p:txBody>
          <a:bodyPr lIns="0" rIns="0" tIns="0" bIns="0" anchor="t">
            <a:normAutofit/>
          </a:bodyPr>
          <a:p>
            <a:endParaRPr b="0" lang="en-US" sz="428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3FE9E2C0-7C7B-4E7D-88D7-BAAD8F2EF04E}"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5231C334-6E7E-43A2-AEAC-2BDE431E43C7}"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557280" y="1627560"/>
            <a:ext cx="6318000" cy="1605132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7572896E-7188-42D3-B936-6D3DB2D875E1}" type="slidenum">
              <a:t>&lt;#&gt;</a:t>
            </a:fld>
          </a:p>
        </p:txBody>
      </p:sp>
      <p:sp>
        <p:nvSpPr>
          <p:cNvPr id="5" name="PlaceHolder 4"/>
          <p:cNvSpPr>
            <a:spLocks noGrp="1"/>
          </p:cNvSpPr>
          <p:nvPr>
            <p:ph type="dt" idx="3"/>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15" name="PlaceHolder 2"/>
          <p:cNvSpPr>
            <a:spLocks noGrp="1"/>
          </p:cNvSpPr>
          <p:nvPr>
            <p:ph/>
          </p:nvPr>
        </p:nvSpPr>
        <p:spPr>
          <a:xfrm>
            <a:off x="37152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16" name="PlaceHolder 3"/>
          <p:cNvSpPr>
            <a:spLocks noGrp="1"/>
          </p:cNvSpPr>
          <p:nvPr>
            <p:ph/>
          </p:nvPr>
        </p:nvSpPr>
        <p:spPr>
          <a:xfrm>
            <a:off x="3799440" y="2327760"/>
            <a:ext cx="3264480" cy="5769360"/>
          </a:xfrm>
          <a:prstGeom prst="rect">
            <a:avLst/>
          </a:prstGeom>
          <a:noFill/>
          <a:ln w="0">
            <a:noFill/>
          </a:ln>
        </p:spPr>
        <p:txBody>
          <a:bodyPr lIns="0" rIns="0" tIns="0" bIns="0" anchor="t">
            <a:normAutofit/>
          </a:bodyPr>
          <a:p>
            <a:endParaRPr b="0" lang="en-US" sz="4280" spc="-1" strike="noStrike">
              <a:latin typeface="Arial"/>
            </a:endParaRPr>
          </a:p>
        </p:txBody>
      </p:sp>
      <p:sp>
        <p:nvSpPr>
          <p:cNvPr id="17" name="PlaceHolder 4"/>
          <p:cNvSpPr>
            <a:spLocks noGrp="1"/>
          </p:cNvSpPr>
          <p:nvPr>
            <p:ph/>
          </p:nvPr>
        </p:nvSpPr>
        <p:spPr>
          <a:xfrm>
            <a:off x="371520" y="534132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0F103F8A-033B-4459-9AA9-726C398C060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19" name="PlaceHolder 2"/>
          <p:cNvSpPr>
            <a:spLocks noGrp="1"/>
          </p:cNvSpPr>
          <p:nvPr>
            <p:ph/>
          </p:nvPr>
        </p:nvSpPr>
        <p:spPr>
          <a:xfrm>
            <a:off x="371520" y="2327760"/>
            <a:ext cx="3264480" cy="5769360"/>
          </a:xfrm>
          <a:prstGeom prst="rect">
            <a:avLst/>
          </a:prstGeom>
          <a:noFill/>
          <a:ln w="0">
            <a:noFill/>
          </a:ln>
        </p:spPr>
        <p:txBody>
          <a:bodyPr lIns="0" rIns="0" tIns="0" bIns="0" anchor="t">
            <a:normAutofit/>
          </a:bodyPr>
          <a:p>
            <a:endParaRPr b="0" lang="en-US" sz="4280" spc="-1" strike="noStrike">
              <a:latin typeface="Arial"/>
            </a:endParaRPr>
          </a:p>
        </p:txBody>
      </p:sp>
      <p:sp>
        <p:nvSpPr>
          <p:cNvPr id="20" name="PlaceHolder 3"/>
          <p:cNvSpPr>
            <a:spLocks noGrp="1"/>
          </p:cNvSpPr>
          <p:nvPr>
            <p:ph/>
          </p:nvPr>
        </p:nvSpPr>
        <p:spPr>
          <a:xfrm>
            <a:off x="379944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21" name="PlaceHolder 4"/>
          <p:cNvSpPr>
            <a:spLocks noGrp="1"/>
          </p:cNvSpPr>
          <p:nvPr>
            <p:ph/>
          </p:nvPr>
        </p:nvSpPr>
        <p:spPr>
          <a:xfrm>
            <a:off x="3799440" y="534132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D105F754-4112-47A9-9B98-F07A90889BCD}"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23" name="PlaceHolder 2"/>
          <p:cNvSpPr>
            <a:spLocks noGrp="1"/>
          </p:cNvSpPr>
          <p:nvPr>
            <p:ph/>
          </p:nvPr>
        </p:nvSpPr>
        <p:spPr>
          <a:xfrm>
            <a:off x="37152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24" name="PlaceHolder 3"/>
          <p:cNvSpPr>
            <a:spLocks noGrp="1"/>
          </p:cNvSpPr>
          <p:nvPr>
            <p:ph/>
          </p:nvPr>
        </p:nvSpPr>
        <p:spPr>
          <a:xfrm>
            <a:off x="379944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25" name="PlaceHolder 4"/>
          <p:cNvSpPr>
            <a:spLocks noGrp="1"/>
          </p:cNvSpPr>
          <p:nvPr>
            <p:ph/>
          </p:nvPr>
        </p:nvSpPr>
        <p:spPr>
          <a:xfrm>
            <a:off x="371520" y="5341320"/>
            <a:ext cx="6690240" cy="2751840"/>
          </a:xfrm>
          <a:prstGeom prst="rect">
            <a:avLst/>
          </a:prstGeom>
          <a:noFill/>
          <a:ln w="0">
            <a:noFill/>
          </a:ln>
        </p:spPr>
        <p:txBody>
          <a:bodyPr lIns="0" rIns="0" tIns="0" bIns="0" anchor="t">
            <a:normAutofit/>
          </a:bodyPr>
          <a:p>
            <a:endParaRPr b="0" lang="en-US" sz="4280" spc="-1" strike="noStrike">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8AFAE07-2B99-4A1C-B120-FCC5B93AF2A1}" type="slidenum">
              <a:t>&lt;#&gt;</a:t>
            </a:fld>
          </a:p>
        </p:txBody>
      </p:sp>
      <p:sp>
        <p:nvSpPr>
          <p:cNvPr id="8" name="PlaceHolder 7"/>
          <p:cNvSpPr>
            <a:spLocks noGrp="1"/>
          </p:cNvSpPr>
          <p:nvPr>
            <p:ph type="dt" idx="3"/>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27" name="PlaceHolder 2"/>
          <p:cNvSpPr>
            <a:spLocks noGrp="1"/>
          </p:cNvSpPr>
          <p:nvPr>
            <p:ph/>
          </p:nvPr>
        </p:nvSpPr>
        <p:spPr>
          <a:xfrm>
            <a:off x="371520" y="2327760"/>
            <a:ext cx="6690240" cy="2751840"/>
          </a:xfrm>
          <a:prstGeom prst="rect">
            <a:avLst/>
          </a:prstGeom>
          <a:noFill/>
          <a:ln w="0">
            <a:noFill/>
          </a:ln>
        </p:spPr>
        <p:txBody>
          <a:bodyPr lIns="0" rIns="0" tIns="0" bIns="0" anchor="t">
            <a:normAutofit/>
          </a:bodyPr>
          <a:p>
            <a:endParaRPr b="0" lang="en-US" sz="4280" spc="-1" strike="noStrike">
              <a:latin typeface="Arial"/>
            </a:endParaRPr>
          </a:p>
        </p:txBody>
      </p:sp>
      <p:sp>
        <p:nvSpPr>
          <p:cNvPr id="28" name="PlaceHolder 3"/>
          <p:cNvSpPr>
            <a:spLocks noGrp="1"/>
          </p:cNvSpPr>
          <p:nvPr>
            <p:ph/>
          </p:nvPr>
        </p:nvSpPr>
        <p:spPr>
          <a:xfrm>
            <a:off x="371520" y="5341320"/>
            <a:ext cx="6690240" cy="2751840"/>
          </a:xfrm>
          <a:prstGeom prst="rect">
            <a:avLst/>
          </a:prstGeom>
          <a:noFill/>
          <a:ln w="0">
            <a:noFill/>
          </a:ln>
        </p:spPr>
        <p:txBody>
          <a:bodyPr lIns="0" rIns="0" tIns="0" bIns="0" anchor="t">
            <a:normAutofit/>
          </a:bodyPr>
          <a:p>
            <a:endParaRPr b="0" lang="en-US" sz="4280" spc="-1" strike="noStrike">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F6589C07-D336-47F2-B44A-755E457B0F28}" type="slidenum">
              <a:t>&lt;#&gt;</a:t>
            </a:fld>
          </a:p>
        </p:txBody>
      </p:sp>
      <p:sp>
        <p:nvSpPr>
          <p:cNvPr id="7" name="PlaceHolder 6"/>
          <p:cNvSpPr>
            <a:spLocks noGrp="1"/>
          </p:cNvSpPr>
          <p:nvPr>
            <p:ph type="dt" idx="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30" name="PlaceHolder 2"/>
          <p:cNvSpPr>
            <a:spLocks noGrp="1"/>
          </p:cNvSpPr>
          <p:nvPr>
            <p:ph/>
          </p:nvPr>
        </p:nvSpPr>
        <p:spPr>
          <a:xfrm>
            <a:off x="37152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1" name="PlaceHolder 3"/>
          <p:cNvSpPr>
            <a:spLocks noGrp="1"/>
          </p:cNvSpPr>
          <p:nvPr>
            <p:ph/>
          </p:nvPr>
        </p:nvSpPr>
        <p:spPr>
          <a:xfrm>
            <a:off x="3799440" y="232776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2" name="PlaceHolder 4"/>
          <p:cNvSpPr>
            <a:spLocks noGrp="1"/>
          </p:cNvSpPr>
          <p:nvPr>
            <p:ph/>
          </p:nvPr>
        </p:nvSpPr>
        <p:spPr>
          <a:xfrm>
            <a:off x="371520" y="534132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3" name="PlaceHolder 5"/>
          <p:cNvSpPr>
            <a:spLocks noGrp="1"/>
          </p:cNvSpPr>
          <p:nvPr>
            <p:ph/>
          </p:nvPr>
        </p:nvSpPr>
        <p:spPr>
          <a:xfrm>
            <a:off x="3799440" y="5341320"/>
            <a:ext cx="32644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9A880780-1F59-438F-94A6-90413F581315}" type="slidenum">
              <a:t>&lt;#&gt;</a:t>
            </a:fld>
          </a:p>
        </p:txBody>
      </p:sp>
      <p:sp>
        <p:nvSpPr>
          <p:cNvPr id="9" name="PlaceHolder 8"/>
          <p:cNvSpPr>
            <a:spLocks noGrp="1"/>
          </p:cNvSpPr>
          <p:nvPr>
            <p:ph type="dt" idx="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pPr algn="ctr">
              <a:buNone/>
            </a:pPr>
            <a:endParaRPr b="0" lang="en-US" sz="5880" spc="-1" strike="noStrike">
              <a:latin typeface="Arial"/>
            </a:endParaRPr>
          </a:p>
        </p:txBody>
      </p:sp>
      <p:sp>
        <p:nvSpPr>
          <p:cNvPr id="35" name="PlaceHolder 2"/>
          <p:cNvSpPr>
            <a:spLocks noGrp="1"/>
          </p:cNvSpPr>
          <p:nvPr>
            <p:ph/>
          </p:nvPr>
        </p:nvSpPr>
        <p:spPr>
          <a:xfrm>
            <a:off x="371520" y="232776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6" name="PlaceHolder 3"/>
          <p:cNvSpPr>
            <a:spLocks noGrp="1"/>
          </p:cNvSpPr>
          <p:nvPr>
            <p:ph/>
          </p:nvPr>
        </p:nvSpPr>
        <p:spPr>
          <a:xfrm>
            <a:off x="2633400" y="232776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7" name="PlaceHolder 4"/>
          <p:cNvSpPr>
            <a:spLocks noGrp="1"/>
          </p:cNvSpPr>
          <p:nvPr>
            <p:ph/>
          </p:nvPr>
        </p:nvSpPr>
        <p:spPr>
          <a:xfrm>
            <a:off x="4895280" y="232776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8" name="PlaceHolder 5"/>
          <p:cNvSpPr>
            <a:spLocks noGrp="1"/>
          </p:cNvSpPr>
          <p:nvPr>
            <p:ph/>
          </p:nvPr>
        </p:nvSpPr>
        <p:spPr>
          <a:xfrm>
            <a:off x="371520" y="534132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39" name="PlaceHolder 6"/>
          <p:cNvSpPr>
            <a:spLocks noGrp="1"/>
          </p:cNvSpPr>
          <p:nvPr>
            <p:ph/>
          </p:nvPr>
        </p:nvSpPr>
        <p:spPr>
          <a:xfrm>
            <a:off x="2633400" y="534132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40" name="PlaceHolder 7"/>
          <p:cNvSpPr>
            <a:spLocks noGrp="1"/>
          </p:cNvSpPr>
          <p:nvPr>
            <p:ph/>
          </p:nvPr>
        </p:nvSpPr>
        <p:spPr>
          <a:xfrm>
            <a:off x="4895280" y="5341320"/>
            <a:ext cx="2153880" cy="2751840"/>
          </a:xfrm>
          <a:prstGeom prst="rect">
            <a:avLst/>
          </a:prstGeom>
          <a:noFill/>
          <a:ln w="0">
            <a:noFill/>
          </a:ln>
        </p:spPr>
        <p:txBody>
          <a:bodyPr lIns="0" rIns="0" tIns="0" bIns="0" anchor="t">
            <a:normAutofit/>
          </a:bodyPr>
          <a:p>
            <a:endParaRPr b="0" lang="en-US" sz="4280" spc="-1" strike="noStrike">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51DC132E-F752-4814-89CF-B11F54F8A13A}" type="slidenum">
              <a:t>&lt;#&gt;</a:t>
            </a:fld>
          </a:p>
        </p:txBody>
      </p:sp>
      <p:sp>
        <p:nvSpPr>
          <p:cNvPr id="11" name="PlaceHolder 10"/>
          <p:cNvSpPr>
            <a:spLocks noGrp="1"/>
          </p:cNvSpPr>
          <p:nvPr>
            <p:ph type="dt" idx="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557280" y="1627560"/>
            <a:ext cx="6318000" cy="3462480"/>
          </a:xfrm>
          <a:prstGeom prst="rect">
            <a:avLst/>
          </a:prstGeom>
          <a:noFill/>
          <a:ln w="0">
            <a:noFill/>
          </a:ln>
        </p:spPr>
        <p:txBody>
          <a:bodyPr lIns="0" rIns="0" tIns="0" bIns="0" anchor="ctr">
            <a:noAutofit/>
          </a:bodyPr>
          <a:p>
            <a:r>
              <a:rPr b="0" lang="en-US" sz="1800" spc="-1" strike="noStrike">
                <a:latin typeface="Arial"/>
              </a:rPr>
              <a:t>Click to edit the title text format</a:t>
            </a:r>
            <a:endParaRPr b="0" lang="en-US" sz="1800" spc="-1" strike="noStrike">
              <a:latin typeface="Arial"/>
            </a:endParaRPr>
          </a:p>
        </p:txBody>
      </p:sp>
      <p:sp>
        <p:nvSpPr>
          <p:cNvPr id="1" name="PlaceHolder 2"/>
          <p:cNvSpPr>
            <a:spLocks noGrp="1"/>
          </p:cNvSpPr>
          <p:nvPr>
            <p:ph type="ftr" idx="1"/>
          </p:nvPr>
        </p:nvSpPr>
        <p:spPr>
          <a:xfrm>
            <a:off x="2462400" y="9219960"/>
            <a:ext cx="2508480" cy="528480"/>
          </a:xfrm>
          <a:prstGeom prst="rect">
            <a:avLst/>
          </a:prstGeom>
          <a:noFill/>
          <a:ln w="0">
            <a:noFill/>
          </a:ln>
        </p:spPr>
        <p:txBody>
          <a:bodyPr lIns="90000" rIns="90000" tIns="45000" bIns="45000" anchor="ctr">
            <a:noAutofit/>
          </a:bodyPr>
          <a:lstStyle>
            <a:lvl1pPr algn="ctr">
              <a:lnSpc>
                <a:spcPct val="100000"/>
              </a:lnSpc>
              <a:buNone/>
              <a:defRPr b="0" lang="en-HK" sz="1400" spc="-1" strike="noStrike">
                <a:latin typeface="Times New Roman"/>
              </a:defRPr>
            </a:lvl1pPr>
          </a:lstStyle>
          <a:p>
            <a:pPr algn="ctr">
              <a:lnSpc>
                <a:spcPct val="100000"/>
              </a:lnSpc>
              <a:buNone/>
            </a:pPr>
            <a:r>
              <a:rPr b="0" lang="en-HK" sz="1400" spc="-1" strike="noStrike">
                <a:latin typeface="Times New Roman"/>
              </a:rPr>
              <a:t> </a:t>
            </a:r>
            <a:endParaRPr b="0" lang="en-US" sz="1400" spc="-1" strike="noStrike">
              <a:latin typeface="Times New Roman"/>
            </a:endParaRPr>
          </a:p>
        </p:txBody>
      </p:sp>
      <p:sp>
        <p:nvSpPr>
          <p:cNvPr id="2" name="PlaceHolder 3"/>
          <p:cNvSpPr>
            <a:spLocks noGrp="1"/>
          </p:cNvSpPr>
          <p:nvPr>
            <p:ph type="sldNum" idx="2"/>
          </p:nvPr>
        </p:nvSpPr>
        <p:spPr>
          <a:xfrm>
            <a:off x="5250240" y="9219960"/>
            <a:ext cx="1671840" cy="528480"/>
          </a:xfrm>
          <a:prstGeom prst="rect">
            <a:avLst/>
          </a:prstGeom>
          <a:noFill/>
          <a:ln w="0">
            <a:noFill/>
          </a:ln>
        </p:spPr>
        <p:txBody>
          <a:bodyPr lIns="90000" rIns="90000" tIns="45000" bIns="45000" anchor="ctr">
            <a:noAutofit/>
          </a:bodyPr>
          <a:lstStyle>
            <a:lvl1pPr algn="r">
              <a:lnSpc>
                <a:spcPct val="100000"/>
              </a:lnSpc>
              <a:buNone/>
              <a:defRPr b="0" lang="en-US" sz="980" spc="-1" strike="noStrike">
                <a:solidFill>
                  <a:srgbClr val="8b8b8b"/>
                </a:solidFill>
                <a:latin typeface="Calibri"/>
              </a:defRPr>
            </a:lvl1pPr>
          </a:lstStyle>
          <a:p>
            <a:pPr algn="r">
              <a:lnSpc>
                <a:spcPct val="100000"/>
              </a:lnSpc>
              <a:buNone/>
            </a:pPr>
            <a:fld id="{68616913-5C23-4645-BB1E-6F269FCF1C64}" type="slidenum">
              <a:rPr b="0" lang="en-US" sz="980" spc="-1" strike="noStrike">
                <a:solidFill>
                  <a:srgbClr val="8b8b8b"/>
                </a:solidFill>
                <a:latin typeface="Calibri"/>
              </a:rPr>
              <a:t>1</a:t>
            </a:fld>
            <a:endParaRPr b="0" lang="en-US" sz="980" spc="-1" strike="noStrike">
              <a:latin typeface="Times New Roman"/>
            </a:endParaRPr>
          </a:p>
        </p:txBody>
      </p:sp>
      <p:sp>
        <p:nvSpPr>
          <p:cNvPr id="3" name="PlaceHolder 4"/>
          <p:cNvSpPr>
            <a:spLocks noGrp="1"/>
          </p:cNvSpPr>
          <p:nvPr>
            <p:ph type="dt" idx="3"/>
          </p:nvPr>
        </p:nvSpPr>
        <p:spPr>
          <a:xfrm>
            <a:off x="510840" y="9219960"/>
            <a:ext cx="1671840" cy="528480"/>
          </a:xfrm>
          <a:prstGeom prst="rect">
            <a:avLst/>
          </a:prstGeom>
          <a:noFill/>
          <a:ln w="0">
            <a:noFill/>
          </a:ln>
        </p:spPr>
        <p:txBody>
          <a:bodyPr lIns="90000" rIns="90000" tIns="45000" bIns="45000" anchor="ctr">
            <a:noAutofit/>
          </a:bodyPr>
          <a:lstStyle>
            <a:lvl1pPr>
              <a:defRPr b="0" lang="en-US" sz="1400" spc="-1" strike="noStrike">
                <a:latin typeface="Times New Roman"/>
              </a:defRPr>
            </a:lvl1pPr>
          </a:lstStyle>
          <a:p>
            <a:r>
              <a:rPr b="0" lang="en-US" sz="1400" spc="-1" strike="noStrike">
                <a:latin typeface="Times New Roman"/>
              </a:rPr>
              <a:t>&lt;date/time&gt;</a:t>
            </a:r>
            <a:endParaRPr b="0" lang="en-US" sz="1400" spc="-1" strike="noStrike">
              <a:latin typeface="Times New Roman"/>
            </a:endParaRPr>
          </a:p>
        </p:txBody>
      </p:sp>
      <p:sp>
        <p:nvSpPr>
          <p:cNvPr id="4" name="PlaceHolder 5"/>
          <p:cNvSpPr>
            <a:spLocks noGrp="1"/>
          </p:cNvSpPr>
          <p:nvPr>
            <p:ph type="body"/>
          </p:nvPr>
        </p:nvSpPr>
        <p:spPr>
          <a:xfrm>
            <a:off x="371520" y="2327760"/>
            <a:ext cx="6690240" cy="5769360"/>
          </a:xfrm>
          <a:prstGeom prst="rect">
            <a:avLst/>
          </a:prstGeom>
          <a:noFill/>
          <a:ln w="0">
            <a:noFill/>
          </a:ln>
        </p:spPr>
        <p:txBody>
          <a:bodyPr lIns="0" rIns="0" tIns="0" bIns="0" anchor="t">
            <a:normAutofit/>
          </a:bodyPr>
          <a:p>
            <a:pPr marL="432000" indent="-324000">
              <a:spcBef>
                <a:spcPts val="1894"/>
              </a:spcBef>
              <a:buClr>
                <a:srgbClr val="000000"/>
              </a:buClr>
              <a:buSzPct val="45000"/>
              <a:buFont typeface="Wingdings" charset="2"/>
              <a:buChar char=""/>
            </a:pPr>
            <a:r>
              <a:rPr b="0" lang="en-US" sz="4280" spc="-1" strike="noStrike">
                <a:latin typeface="Arial"/>
              </a:rPr>
              <a:t>Click to edit the outline text format</a:t>
            </a:r>
            <a:endParaRPr b="0" lang="en-US" sz="4280" spc="-1" strike="noStrike">
              <a:latin typeface="Arial"/>
            </a:endParaRPr>
          </a:p>
          <a:p>
            <a:pPr lvl="1" marL="864000" indent="-324000">
              <a:spcBef>
                <a:spcPts val="1517"/>
              </a:spcBef>
              <a:buClr>
                <a:srgbClr val="000000"/>
              </a:buClr>
              <a:buSzPct val="75000"/>
              <a:buFont typeface="Symbol" charset="2"/>
              <a:buChar char=""/>
            </a:pPr>
            <a:r>
              <a:rPr b="0" lang="en-US" sz="3750" spc="-1" strike="noStrike">
                <a:latin typeface="Arial"/>
              </a:rPr>
              <a:t>Second Outline Level</a:t>
            </a:r>
            <a:endParaRPr b="0" lang="en-US" sz="3750" spc="-1" strike="noStrike">
              <a:latin typeface="Arial"/>
            </a:endParaRPr>
          </a:p>
          <a:p>
            <a:pPr lvl="2" marL="1296000" indent="-288000">
              <a:spcBef>
                <a:spcPts val="1137"/>
              </a:spcBef>
              <a:buClr>
                <a:srgbClr val="000000"/>
              </a:buClr>
              <a:buSzPct val="45000"/>
              <a:buFont typeface="Wingdings" charset="2"/>
              <a:buChar char=""/>
            </a:pPr>
            <a:r>
              <a:rPr b="0" lang="en-US" sz="3209" spc="-1" strike="noStrike">
                <a:latin typeface="Arial"/>
              </a:rPr>
              <a:t>Third Outline Level</a:t>
            </a:r>
            <a:endParaRPr b="0" lang="en-US" sz="3209" spc="-1" strike="noStrike">
              <a:latin typeface="Arial"/>
            </a:endParaRPr>
          </a:p>
          <a:p>
            <a:pPr lvl="3" marL="1728000" indent="-216000">
              <a:spcBef>
                <a:spcPts val="757"/>
              </a:spcBef>
              <a:buClr>
                <a:srgbClr val="000000"/>
              </a:buClr>
              <a:buSzPct val="75000"/>
              <a:buFont typeface="Symbol" charset="2"/>
              <a:buChar char=""/>
            </a:pPr>
            <a:r>
              <a:rPr b="0" lang="en-US" sz="2680" spc="-1" strike="noStrike">
                <a:latin typeface="Arial"/>
              </a:rPr>
              <a:t>Fourth Outline Level</a:t>
            </a:r>
            <a:endParaRPr b="0" lang="en-US" sz="2680" spc="-1" strike="noStrike">
              <a:latin typeface="Arial"/>
            </a:endParaRPr>
          </a:p>
          <a:p>
            <a:pPr lvl="4" marL="2160000" indent="-216000">
              <a:spcBef>
                <a:spcPts val="377"/>
              </a:spcBef>
              <a:buClr>
                <a:srgbClr val="000000"/>
              </a:buClr>
              <a:buSzPct val="45000"/>
              <a:buFont typeface="Wingdings" charset="2"/>
              <a:buChar char=""/>
            </a:pPr>
            <a:r>
              <a:rPr b="0" lang="en-US" sz="2680" spc="-1" strike="noStrike">
                <a:latin typeface="Arial"/>
              </a:rPr>
              <a:t>Fifth Outline Level</a:t>
            </a:r>
            <a:endParaRPr b="0" lang="en-US" sz="2680" spc="-1" strike="noStrike">
              <a:latin typeface="Arial"/>
            </a:endParaRPr>
          </a:p>
          <a:p>
            <a:pPr lvl="5" marL="2592000" indent="-216000">
              <a:spcBef>
                <a:spcPts val="377"/>
              </a:spcBef>
              <a:buClr>
                <a:srgbClr val="000000"/>
              </a:buClr>
              <a:buSzPct val="45000"/>
              <a:buFont typeface="Wingdings" charset="2"/>
              <a:buChar char=""/>
            </a:pPr>
            <a:r>
              <a:rPr b="0" lang="en-US" sz="2680" spc="-1" strike="noStrike">
                <a:latin typeface="Arial"/>
              </a:rPr>
              <a:t>Sixth Outline Level</a:t>
            </a:r>
            <a:endParaRPr b="0" lang="en-US" sz="2680" spc="-1" strike="noStrike">
              <a:latin typeface="Arial"/>
            </a:endParaRPr>
          </a:p>
          <a:p>
            <a:pPr lvl="6" marL="3024000" indent="-216000">
              <a:spcBef>
                <a:spcPts val="377"/>
              </a:spcBef>
              <a:buClr>
                <a:srgbClr val="000000"/>
              </a:buClr>
              <a:buSzPct val="45000"/>
              <a:buFont typeface="Wingdings" charset="2"/>
              <a:buChar char=""/>
            </a:pPr>
            <a:r>
              <a:rPr b="0" lang="en-US" sz="2680" spc="-1" strike="noStrike">
                <a:latin typeface="Arial"/>
              </a:rPr>
              <a:t>Seventh Outline Level</a:t>
            </a:r>
            <a:endParaRPr b="0" lang="en-US" sz="268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41" name="Rectangle 5"/>
          <p:cNvSpPr/>
          <p:nvPr/>
        </p:nvSpPr>
        <p:spPr>
          <a:xfrm>
            <a:off x="758880" y="1285560"/>
            <a:ext cx="273960" cy="866088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2" name="Rectangle 6"/>
          <p:cNvSpPr/>
          <p:nvPr/>
        </p:nvSpPr>
        <p:spPr>
          <a:xfrm>
            <a:off x="6976440" y="1285560"/>
            <a:ext cx="456840" cy="866088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3" name="TextBox 4"/>
          <p:cNvSpPr/>
          <p:nvPr/>
        </p:nvSpPr>
        <p:spPr>
          <a:xfrm>
            <a:off x="758880" y="8499240"/>
            <a:ext cx="6674040" cy="1447200"/>
          </a:xfrm>
          <a:prstGeom prst="rect">
            <a:avLst/>
          </a:prstGeom>
          <a:solidFill>
            <a:schemeClr val="bg2"/>
          </a:solidFill>
          <a:ln w="0">
            <a:noFill/>
          </a:ln>
        </p:spPr>
        <p:style>
          <a:lnRef idx="0"/>
          <a:fillRef idx="0"/>
          <a:effectRef idx="0"/>
          <a:fontRef idx="minor"/>
        </p:style>
        <p:txBody>
          <a:bodyPr lIns="274320" rIns="457200" tIns="137160" bIns="457200" anchor="b">
            <a:spAutoFit/>
          </a:bodyPr>
          <a:p>
            <a:pPr>
              <a:lnSpc>
                <a:spcPct val="100000"/>
              </a:lnSpc>
              <a:buNone/>
            </a:pPr>
            <a:r>
              <a:rPr b="1" lang="en-US" sz="700" spc="-1" strike="noStrike">
                <a:solidFill>
                  <a:srgbClr val="09294d"/>
                </a:solidFill>
                <a:latin typeface="Arial"/>
                <a:ea typeface="DejaVu Sans"/>
              </a:rPr>
              <a:t>Disclosures:</a:t>
            </a:r>
            <a:r>
              <a:rPr b="0" lang="en-US" sz="700" spc="-1" strike="noStrike">
                <a:solidFill>
                  <a:srgbClr val="09294d"/>
                </a:solidFill>
                <a:latin typeface="Arial"/>
                <a:ea typeface="DejaVu Sans"/>
              </a:rPr>
              <a:t> None reported.</a:t>
            </a:r>
            <a:endParaRPr b="0" lang="en-US" sz="700" spc="-1" strike="noStrike">
              <a:latin typeface="Arial"/>
            </a:endParaRPr>
          </a:p>
          <a:p>
            <a:pPr>
              <a:lnSpc>
                <a:spcPct val="100000"/>
              </a:lnSpc>
              <a:buNone/>
            </a:pPr>
            <a:r>
              <a:rPr b="1" lang="en-US" sz="700" spc="-1" strike="noStrike">
                <a:solidFill>
                  <a:srgbClr val="09294d"/>
                </a:solidFill>
                <a:latin typeface="Arial"/>
                <a:ea typeface="DejaVu Sans"/>
              </a:rPr>
              <a:t>References:</a:t>
            </a:r>
            <a:endParaRPr b="0" lang="en-US" sz="700" spc="-1" strike="noStrike">
              <a:latin typeface="Arial"/>
            </a:endParaRPr>
          </a:p>
          <a:p>
            <a:pPr>
              <a:lnSpc>
                <a:spcPct val="100000"/>
              </a:lnSpc>
              <a:buNone/>
            </a:pPr>
            <a:r>
              <a:rPr b="0" lang="en-US" sz="700" spc="-1" strike="noStrike">
                <a:solidFill>
                  <a:srgbClr val="09294d"/>
                </a:solidFill>
                <a:latin typeface="Arial"/>
                <a:ea typeface="DejaVu Sans"/>
              </a:rPr>
              <a:t>1. Guerrasio J, Garrity MJ, Aagaard EM. Learner deficits and academic outcomes of medical students, residents, fellows, and attending physicians referred to a remediation program, 2006–2012. Acad Med. 2014;89(2):352–358. </a:t>
            </a:r>
            <a:endParaRPr b="0" lang="en-US" sz="700" spc="-1" strike="noStrike">
              <a:latin typeface="Arial"/>
            </a:endParaRPr>
          </a:p>
          <a:p>
            <a:pPr>
              <a:lnSpc>
                <a:spcPct val="100000"/>
              </a:lnSpc>
              <a:buNone/>
            </a:pPr>
            <a:r>
              <a:rPr b="0" lang="en-US" sz="700" spc="-1" strike="noStrike">
                <a:solidFill>
                  <a:srgbClr val="09294d"/>
                </a:solidFill>
                <a:latin typeface="Arial"/>
                <a:ea typeface="DejaVu Sans"/>
              </a:rPr>
              <a:t>2. Parsons A, Warburton K. A novel clinical reasoning coaching program for the medicine learner in need. MedEdPublish. 2019. DOI: </a:t>
            </a:r>
            <a:r>
              <a:rPr b="0" lang="en-US" sz="700" spc="-1" strike="noStrike" u="sng">
                <a:solidFill>
                  <a:srgbClr val="09294d"/>
                </a:solidFill>
                <a:uFillTx/>
                <a:latin typeface="Arial"/>
                <a:ea typeface="DejaVu Sans"/>
              </a:rPr>
              <a:t>https://doi.org/10.15694/mep.2019.000009.1</a:t>
            </a:r>
            <a:r>
              <a:rPr b="0" lang="en-US" sz="700" spc="-1" strike="noStrike">
                <a:solidFill>
                  <a:srgbClr val="09294d"/>
                </a:solidFill>
                <a:latin typeface="Arial"/>
                <a:ea typeface="DejaVu Sans"/>
              </a:rPr>
              <a:t>.</a:t>
            </a:r>
            <a:endParaRPr b="0" lang="en-US" sz="700" spc="-1" strike="noStrike">
              <a:latin typeface="Arial"/>
            </a:endParaRPr>
          </a:p>
          <a:p>
            <a:pPr>
              <a:lnSpc>
                <a:spcPct val="100000"/>
              </a:lnSpc>
              <a:buNone/>
            </a:pPr>
            <a:r>
              <a:rPr b="0" lang="en-US" sz="700" spc="-1" strike="noStrike">
                <a:solidFill>
                  <a:srgbClr val="09294d"/>
                </a:solidFill>
                <a:latin typeface="Arial"/>
                <a:ea typeface="DejaVu Sans"/>
              </a:rPr>
              <a:t>3. Audétat MC, Laurin S, Sanche G, et al. Clinical reasoning difficulties: A taxonomy for clinical teachers. Med Teach. 2013;35(3):e984-e989. </a:t>
            </a:r>
            <a:endParaRPr b="0" lang="en-US" sz="700" spc="-1" strike="noStrike">
              <a:latin typeface="Arial"/>
            </a:endParaRPr>
          </a:p>
          <a:p>
            <a:pPr>
              <a:lnSpc>
                <a:spcPct val="100000"/>
              </a:lnSpc>
              <a:buNone/>
            </a:pPr>
            <a:r>
              <a:rPr b="1" lang="en-US" sz="700" spc="-1" strike="noStrike">
                <a:solidFill>
                  <a:srgbClr val="09294d"/>
                </a:solidFill>
                <a:latin typeface="Arial"/>
                <a:ea typeface="DejaVu Sans"/>
              </a:rPr>
              <a:t>Author contact:</a:t>
            </a:r>
            <a:r>
              <a:rPr b="0" lang="en-US" sz="700" spc="-1" strike="noStrike">
                <a:solidFill>
                  <a:srgbClr val="09294d"/>
                </a:solidFill>
                <a:latin typeface="Arial"/>
                <a:ea typeface="DejaVu Sans"/>
              </a:rPr>
              <a:t> asp5c@virginia.edu </a:t>
            </a:r>
            <a:r>
              <a:rPr b="1" lang="en-US" sz="700" spc="-1" strike="noStrike">
                <a:solidFill>
                  <a:srgbClr val="09294d"/>
                </a:solidFill>
                <a:latin typeface="Arial"/>
                <a:ea typeface="DejaVu Sans"/>
              </a:rPr>
              <a:t>Twitter:</a:t>
            </a:r>
            <a:r>
              <a:rPr b="0" lang="en-US" sz="700" spc="-1" strike="noStrike">
                <a:solidFill>
                  <a:srgbClr val="09294d"/>
                </a:solidFill>
                <a:latin typeface="Arial"/>
                <a:ea typeface="DejaVu Sans"/>
              </a:rPr>
              <a:t> @andrewparsonsMDw</a:t>
            </a:r>
            <a:endParaRPr b="0" lang="en-US" sz="700" spc="-1" strike="noStrike">
              <a:latin typeface="Arial"/>
            </a:endParaRPr>
          </a:p>
        </p:txBody>
      </p:sp>
      <p:sp>
        <p:nvSpPr>
          <p:cNvPr id="44" name="Rectangle 7"/>
          <p:cNvSpPr/>
          <p:nvPr/>
        </p:nvSpPr>
        <p:spPr>
          <a:xfrm rot="5400000">
            <a:off x="3868920" y="-1548360"/>
            <a:ext cx="273240" cy="594252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p:style>
      </p:sp>
      <p:sp>
        <p:nvSpPr>
          <p:cNvPr id="45" name="TextBox 10"/>
          <p:cNvSpPr/>
          <p:nvPr/>
        </p:nvSpPr>
        <p:spPr>
          <a:xfrm>
            <a:off x="1033200" y="0"/>
            <a:ext cx="2871000" cy="1285200"/>
          </a:xfrm>
          <a:prstGeom prst="rect">
            <a:avLst/>
          </a:prstGeom>
          <a:noFill/>
          <a:ln w="0">
            <a:noFill/>
          </a:ln>
        </p:spPr>
        <p:style>
          <a:lnRef idx="0"/>
          <a:fillRef idx="0"/>
          <a:effectRef idx="0"/>
          <a:fontRef idx="minor"/>
        </p:style>
        <p:txBody>
          <a:bodyPr lIns="0" rIns="0" tIns="457200" bIns="0" anchor="t">
            <a:noAutofit/>
          </a:bodyPr>
          <a:p>
            <a:pPr>
              <a:lnSpc>
                <a:spcPct val="100000"/>
              </a:lnSpc>
              <a:buNone/>
            </a:pPr>
            <a:r>
              <a:rPr b="1" lang="en-US" sz="1800" spc="-1" strike="noStrike">
                <a:solidFill>
                  <a:srgbClr val="ffffff"/>
                </a:solidFill>
                <a:latin typeface="Arial"/>
                <a:ea typeface="DejaVu Sans"/>
              </a:rPr>
              <a:t>Title to fit here</a:t>
            </a:r>
            <a:endParaRPr b="0" lang="en-US" sz="1800" spc="-1" strike="noStrike">
              <a:latin typeface="Arial"/>
            </a:endParaRPr>
          </a:p>
        </p:txBody>
      </p:sp>
      <p:sp>
        <p:nvSpPr>
          <p:cNvPr id="46" name="TextBox 11"/>
          <p:cNvSpPr/>
          <p:nvPr/>
        </p:nvSpPr>
        <p:spPr>
          <a:xfrm>
            <a:off x="3259080" y="0"/>
            <a:ext cx="3717000" cy="1285200"/>
          </a:xfrm>
          <a:prstGeom prst="rect">
            <a:avLst/>
          </a:prstGeom>
          <a:noFill/>
          <a:ln w="0">
            <a:noFill/>
          </a:ln>
        </p:spPr>
        <p:style>
          <a:lnRef idx="0"/>
          <a:fillRef idx="0"/>
          <a:effectRef idx="0"/>
          <a:fontRef idx="minor"/>
        </p:style>
        <p:txBody>
          <a:bodyPr lIns="0" rIns="0" tIns="457200" bIns="0" anchor="t">
            <a:noAutofit/>
          </a:bodyPr>
          <a:p>
            <a:pPr>
              <a:lnSpc>
                <a:spcPct val="100000"/>
              </a:lnSpc>
              <a:buNone/>
            </a:pPr>
            <a:r>
              <a:rPr b="1" lang="en-US" sz="700" spc="-1" strike="noStrike">
                <a:solidFill>
                  <a:srgbClr val="ffffff"/>
                </a:solidFill>
                <a:latin typeface="Arial"/>
                <a:ea typeface="DejaVu Sans"/>
              </a:rPr>
              <a:t>Andrew S. Parsons</a:t>
            </a:r>
            <a:r>
              <a:rPr b="0" lang="en-US" sz="700" spc="-1" strike="noStrike">
                <a:solidFill>
                  <a:srgbClr val="ffffff"/>
                </a:solidFill>
                <a:latin typeface="Arial"/>
                <a:ea typeface="DejaVu Sans"/>
              </a:rPr>
              <a:t>, MD, MPH, director, Clinical Development and Coaching Program, Department of Medicine, University of Virginia; </a:t>
            </a:r>
            <a:r>
              <a:rPr b="1" lang="en-US" sz="700" spc="-1" strike="noStrike">
                <a:solidFill>
                  <a:srgbClr val="ffffff"/>
                </a:solidFill>
                <a:latin typeface="Arial"/>
                <a:ea typeface="DejaVu Sans"/>
              </a:rPr>
              <a:t>Caitlin B. Clancy</a:t>
            </a:r>
            <a:r>
              <a:rPr b="0" lang="en-US" sz="700" spc="-1" strike="noStrike">
                <a:solidFill>
                  <a:srgbClr val="ffffff"/>
                </a:solidFill>
                <a:latin typeface="Arial"/>
                <a:ea typeface="DejaVu Sans"/>
              </a:rPr>
              <a:t>, MD, director, Curricular Analytics, Innovation, and Technology, Department of Medicine, University of Pennsylvania; </a:t>
            </a:r>
            <a:r>
              <a:rPr b="1" lang="en-US" sz="700" spc="-1" strike="noStrike">
                <a:solidFill>
                  <a:srgbClr val="ffffff"/>
                </a:solidFill>
                <a:latin typeface="Arial"/>
                <a:ea typeface="DejaVu Sans"/>
              </a:rPr>
              <a:t>Joseph J. Rencic</a:t>
            </a:r>
            <a:r>
              <a:rPr b="0" lang="en-US" sz="700" spc="-1" strike="noStrike">
                <a:solidFill>
                  <a:srgbClr val="ffffff"/>
                </a:solidFill>
                <a:latin typeface="Arial"/>
                <a:ea typeface="DejaVu Sans"/>
              </a:rPr>
              <a:t>, MD, director, Clinical Reasoning and course co-director, Doctoring 2, Department of Medicine, Boston University; and </a:t>
            </a:r>
            <a:r>
              <a:rPr b="1" lang="en-US" sz="700" spc="-1" strike="noStrike">
                <a:solidFill>
                  <a:srgbClr val="ffffff"/>
                </a:solidFill>
                <a:latin typeface="Arial"/>
                <a:ea typeface="DejaVu Sans"/>
              </a:rPr>
              <a:t>Karen M. Warburton</a:t>
            </a:r>
            <a:r>
              <a:rPr b="0" lang="en-US" sz="700" spc="-1" strike="noStrike">
                <a:solidFill>
                  <a:srgbClr val="ffffff"/>
                </a:solidFill>
                <a:latin typeface="Arial"/>
                <a:ea typeface="DejaVu Sans"/>
              </a:rPr>
              <a:t>, MD, director, Graduate Medical Education Remediation, Department of Medicine, University of Virginia</a:t>
            </a:r>
            <a:endParaRPr b="0" lang="en-US" sz="700" spc="-1" strike="noStrike">
              <a:latin typeface="Arial"/>
            </a:endParaRPr>
          </a:p>
        </p:txBody>
      </p:sp>
      <p:sp>
        <p:nvSpPr>
          <p:cNvPr id="47" name="TextBox 12"/>
          <p:cNvSpPr/>
          <p:nvPr/>
        </p:nvSpPr>
        <p:spPr>
          <a:xfrm>
            <a:off x="1814040" y="2963520"/>
            <a:ext cx="4556880" cy="30740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lang="en-US" sz="1400" spc="-1" strike="noStrike">
                <a:solidFill>
                  <a:srgbClr val="ed7d31"/>
                </a:solidFill>
                <a:latin typeface="Calibri"/>
                <a:ea typeface="DejaVu Sans"/>
              </a:rPr>
              <a:t>**This white space is where your content will go. Refer to the Guidelines document for recommended font sizes, colors, amount, and more.</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1" lang="en-US" sz="1400" spc="-1" strike="noStrike">
                <a:solidFill>
                  <a:srgbClr val="ed7d31"/>
                </a:solidFill>
                <a:latin typeface="Calibri"/>
                <a:ea typeface="DejaVu Sans"/>
              </a:rPr>
              <a:t>**Do not place content anywhere past the yellow boxes above and on either sides of this white space.</a:t>
            </a:r>
            <a:endParaRPr b="0" lang="en-US" sz="1400" spc="-1" strike="noStrike">
              <a:latin typeface="Arial"/>
            </a:endParaRPr>
          </a:p>
          <a:p>
            <a:pPr>
              <a:lnSpc>
                <a:spcPct val="100000"/>
              </a:lnSpc>
              <a:buNone/>
            </a:pPr>
            <a:endParaRPr b="0" lang="en-US" sz="1400" spc="-1" strike="noStrike">
              <a:latin typeface="Arial"/>
            </a:endParaRPr>
          </a:p>
          <a:p>
            <a:pPr>
              <a:lnSpc>
                <a:spcPct val="100000"/>
              </a:lnSpc>
              <a:buNone/>
            </a:pPr>
            <a:r>
              <a:rPr b="1" lang="en-US" sz="1400" spc="-1" strike="noStrike">
                <a:solidFill>
                  <a:srgbClr val="ed7d31"/>
                </a:solidFill>
                <a:latin typeface="Calibri"/>
                <a:ea typeface="DejaVu Sans"/>
              </a:rPr>
              <a:t>**The gray Disclosure/Reference box at the bottom of the page will adjust based on the amount of that content. The margins are set based on the print vendors specifications, so do not adjust those.</a:t>
            </a:r>
            <a:endParaRPr b="0" lang="en-US"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Relationships xmlns="http://schemas.openxmlformats.org/package/2006/relationships"><Relationship Id="rId1" Type="http://schemas.openxmlformats.org/officeDocument/2006/relationships/customXmlProps" Target="itemProps1.xml"/>
</Relationships>
</file>

<file path=customXml/_rels/item2.xml.rels><?xml version="1.0" encoding="UTF-8"?>
<Relationships xmlns="http://schemas.openxmlformats.org/package/2006/relationships"><Relationship Id="rId1" Type="http://schemas.openxmlformats.org/officeDocument/2006/relationships/customXmlProps" Target="itemProps2.xml"/>
</Relationships>
</file>

<file path=customXml/_rels/item3.xml.rels><?xml version="1.0" encoding="UTF-8"?>
<Relationships xmlns="http://schemas.openxmlformats.org/package/2006/relationships"><Relationship Id="rId1" Type="http://schemas.openxmlformats.org/officeDocument/2006/relationships/customXmlProps" Target="itemProps3.xml"/>
</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0135328639DC94886A4021F2E25BCA5" ma:contentTypeVersion="1" ma:contentTypeDescription="Create a new document." ma:contentTypeScope="" ma:versionID="b393686e164186adf8de6ee4153d0126">
  <xsd:schema xmlns:xsd="http://www.w3.org/2001/XMLSchema" xmlns:xs="http://www.w3.org/2001/XMLSchema" xmlns:p="http://schemas.microsoft.com/office/2006/metadata/properties" xmlns:ns1="http://schemas.microsoft.com/sharepoint/v3" targetNamespace="http://schemas.microsoft.com/office/2006/metadata/properties" ma:root="true" ma:fieldsID="ded79842d4747cc85621c7c303666abe"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 ma:hidden="true" ma:internalName="PublishingStartDate">
      <xsd:simpleType>
        <xsd:restriction base="dms:Unknown"/>
      </xsd:simpleType>
    </xsd:element>
    <xsd:element name="PublishingExpirationDate" ma:index="9" nillable="true" ma:displayName="Scheduling End Date"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Props1.xml><?xml version="1.0" encoding="utf-8"?>
<ds:datastoreItem xmlns:ds="http://schemas.openxmlformats.org/officeDocument/2006/customXml" ds:itemID="{326E9D68-FAC7-442B-90AA-AA6A210E279D}"/>
</file>

<file path=customXml/itemProps2.xml><?xml version="1.0" encoding="utf-8"?>
<ds:datastoreItem xmlns:ds="http://schemas.openxmlformats.org/officeDocument/2006/customXml" ds:itemID="{6300D106-01ED-45FC-A7CF-B1ED297FBF8B}"/>
</file>

<file path=customXml/itemProps3.xml><?xml version="1.0" encoding="utf-8"?>
<ds:datastoreItem xmlns:ds="http://schemas.openxmlformats.org/officeDocument/2006/customXml" ds:itemID="{EEBD365D-BCB0-4197-A1BB-D2A7962778E1}"/>
</file>

<file path=docProps/app.xml><?xml version="1.0" encoding="utf-8"?>
<Properties xmlns="http://schemas.openxmlformats.org/officeDocument/2006/extended-properties" xmlns:vt="http://schemas.openxmlformats.org/officeDocument/2006/docPropsVTypes">
  <Template>Office Theme</Template>
  <TotalTime>294</TotalTime>
  <Application>LibreOffice/7.3.7.2$Linux_X86_64 LibreOffice_project/30$Build-2</Application>
  <AppVersion>15.0000</AppVersion>
  <Words>322</Words>
  <Paragraphs>13</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2021-08-12T14:23:04Z</dcterms:created>
  <dc:creator>Mark Mavilia</dc:creator>
  <dc:description/>
  <dc:language>en-HK</dc:language>
  <cp:lastModifiedBy/>
  <dcterms:modified xsi:type="dcterms:W3CDTF">2026-09-07T00:41:00Z</dcterms:modified>
  <cp:revision>14</cp:revision>
  <dc:subject/>
  <dc:title>PowerPoint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0x01010040135328639DC94886A4021F2E25BCA5</vt:lpwstr>
  </property>
  <property fmtid="{D5CDD505-2E9C-101B-9397-08002B2CF9AE}" pid="3" name="PresentationFormat">
    <vt:lpwstr>Custom</vt:lpwstr>
  </property>
  <property fmtid="{D5CDD505-2E9C-101B-9397-08002B2CF9AE}" pid="4" name="Slides">
    <vt:i4>1</vt:i4>
  </property>
</Properties>
</file>