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9D5C9C-1159-4B11-BCB2-7804BB9911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4F80DC-D9BA-4AC5-A780-9522E12F87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D9683C-C1D7-4341-8E52-5D2322C559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9B3407-A6AC-4EF1-B366-ABFD00B99C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37DBA2-A1BE-4FE4-9935-DB47C90242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EC7585-50E3-4ACD-B8D5-B45376BBBA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440E93-43B3-4348-BE54-2F2F973A7B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00762E-BD46-4A88-92D0-46C5832D4C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07421E-5275-4347-B5EA-6485403968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C8316A-078B-42C5-AA72-01C2FEA1D1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7ACAD1-1574-496B-A3D0-C548927BA9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3AABDB-8571-4D3D-974E-15C33349DA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5D422F8-B1A0-44C2-8F6D-7CC38F35B83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Let’s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2026-09-11T06:19:46Z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