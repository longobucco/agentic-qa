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E29CB9-F373-4A90-9377-815AB8D9B2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A16881-11BD-4B0D-BE08-42E55702CD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D12FDB-D592-4ED9-B97F-C1A6A0C373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867E6F-0717-4A3E-AE7D-8857618C4A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793489-FFEC-4BAD-9333-B87771FD44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F64160-540E-41F5-9A8D-888E962F95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E02452-6B88-4225-85C7-609189CDBD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F3B397-A407-4DBD-8986-CF1D18D458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943995-2738-4C4E-A777-8D4C34D7A4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6E5ED0-69A1-4D9B-9487-CADC2EB6AB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57F775-AAC0-4B97-B095-83A92E503B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0E7DEA-8BF7-48F7-91CD-BA4A64CE2C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2695812-0110-4627-B836-3BA59555206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Let’s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2026-09-11T06:17:08Z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